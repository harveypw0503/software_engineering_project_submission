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0" r:id="rId5"/>
    <p:sldId id="263" r:id="rId6"/>
    <p:sldId id="258" r:id="rId7"/>
    <p:sldId id="270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9CDB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17D12-B8FB-6132-BD81-52D9C689BFB1}" v="1319" dt="2025-12-16T13:49:50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55C64-F49A-45F4-8791-4ED46031868C}" type="doc">
      <dgm:prSet loTypeId="urn:microsoft.com/office/officeart/2008/layout/LinedList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D4BA7E4A-BDA0-4CF1-AEA0-65BA5C72E5A1}">
      <dgm:prSet/>
      <dgm:spPr/>
      <dgm:t>
        <a:bodyPr/>
        <a:lstStyle/>
        <a:p>
          <a:r>
            <a:rPr lang="en-US" dirty="0" smtClean="0"/>
            <a:t>Push History</a:t>
          </a:r>
          <a:endParaRPr lang="en-US" dirty="0"/>
        </a:p>
      </dgm:t>
    </dgm:pt>
    <dgm:pt modelId="{BD263B0A-1F22-4896-8262-3FDA5E416933}" type="parTrans" cxnId="{28436AE7-BA57-4CA1-B98E-EB4C5E34ABB9}">
      <dgm:prSet/>
      <dgm:spPr/>
      <dgm:t>
        <a:bodyPr/>
        <a:lstStyle/>
        <a:p>
          <a:endParaRPr lang="en-US"/>
        </a:p>
      </dgm:t>
    </dgm:pt>
    <dgm:pt modelId="{6603BBCE-DE76-485A-B08D-C3D69CCFEAB6}" type="sibTrans" cxnId="{28436AE7-BA57-4CA1-B98E-EB4C5E34ABB9}">
      <dgm:prSet/>
      <dgm:spPr/>
      <dgm:t>
        <a:bodyPr/>
        <a:lstStyle/>
        <a:p>
          <a:endParaRPr lang="en-US"/>
        </a:p>
      </dgm:t>
    </dgm:pt>
    <dgm:pt modelId="{BFC45C8A-60D3-4BCE-9CEC-F8B1FE305104}">
      <dgm:prSet/>
      <dgm:spPr/>
      <dgm:t>
        <a:bodyPr/>
        <a:lstStyle/>
        <a:p>
          <a:r>
            <a:rPr lang="en-US" dirty="0" smtClean="0"/>
            <a:t>Contact Info and Text Elements Sync</a:t>
          </a:r>
          <a:endParaRPr lang="en-US" dirty="0"/>
        </a:p>
      </dgm:t>
    </dgm:pt>
    <dgm:pt modelId="{B26091F3-4838-4ADE-9E54-3D9D97864A13}" type="parTrans" cxnId="{827AA402-0D14-482F-826F-4D86BDC9D07D}">
      <dgm:prSet/>
      <dgm:spPr/>
      <dgm:t>
        <a:bodyPr/>
        <a:lstStyle/>
        <a:p>
          <a:endParaRPr lang="en-US"/>
        </a:p>
      </dgm:t>
    </dgm:pt>
    <dgm:pt modelId="{FDF15C69-A67D-4A38-9A94-8A8A8AAD3C92}" type="sibTrans" cxnId="{827AA402-0D14-482F-826F-4D86BDC9D07D}">
      <dgm:prSet/>
      <dgm:spPr/>
      <dgm:t>
        <a:bodyPr/>
        <a:lstStyle/>
        <a:p>
          <a:endParaRPr lang="en-US"/>
        </a:p>
      </dgm:t>
    </dgm:pt>
    <dgm:pt modelId="{82D76E08-1E1C-4BD2-9200-073BB6F1EF41}">
      <dgm:prSet/>
      <dgm:spPr/>
      <dgm:t>
        <a:bodyPr/>
        <a:lstStyle/>
        <a:p>
          <a:r>
            <a:rPr lang="en-US" dirty="0" smtClean="0"/>
            <a:t>Sides Retain Their Content</a:t>
          </a:r>
          <a:endParaRPr lang="en-US" dirty="0"/>
        </a:p>
      </dgm:t>
    </dgm:pt>
    <dgm:pt modelId="{D1BF826E-05CE-479C-9FCE-8DF672624BE5}" type="parTrans" cxnId="{91CACF22-7211-4BDD-9AE6-990A6028D4AE}">
      <dgm:prSet/>
      <dgm:spPr/>
      <dgm:t>
        <a:bodyPr/>
        <a:lstStyle/>
        <a:p>
          <a:endParaRPr lang="en-US"/>
        </a:p>
      </dgm:t>
    </dgm:pt>
    <dgm:pt modelId="{AFA664A7-AF83-4EAF-9C27-688FD06604D6}" type="sibTrans" cxnId="{91CACF22-7211-4BDD-9AE6-990A6028D4AE}">
      <dgm:prSet/>
      <dgm:spPr/>
      <dgm:t>
        <a:bodyPr/>
        <a:lstStyle/>
        <a:p>
          <a:endParaRPr lang="en-US"/>
        </a:p>
      </dgm:t>
    </dgm:pt>
    <dgm:pt modelId="{4FD5DE86-B8AE-4362-B9CE-4583141D05FA}" type="pres">
      <dgm:prSet presAssocID="{71655C64-F49A-45F4-8791-4ED46031868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43F02F6-BD5C-466A-864E-4EECADB55C4B}" type="pres">
      <dgm:prSet presAssocID="{D4BA7E4A-BDA0-4CF1-AEA0-65BA5C72E5A1}" presName="thickLine" presStyleLbl="alignNode1" presStyleIdx="0" presStyleCnt="3"/>
      <dgm:spPr/>
    </dgm:pt>
    <dgm:pt modelId="{61EA3F54-0E6C-4697-BBCE-92039FEAA65D}" type="pres">
      <dgm:prSet presAssocID="{D4BA7E4A-BDA0-4CF1-AEA0-65BA5C72E5A1}" presName="horz1" presStyleCnt="0"/>
      <dgm:spPr/>
    </dgm:pt>
    <dgm:pt modelId="{BF6276E4-F422-457A-8B82-C0CD6FD16BCD}" type="pres">
      <dgm:prSet presAssocID="{D4BA7E4A-BDA0-4CF1-AEA0-65BA5C72E5A1}" presName="tx1" presStyleLbl="revTx" presStyleIdx="0" presStyleCnt="3"/>
      <dgm:spPr/>
      <dgm:t>
        <a:bodyPr/>
        <a:lstStyle/>
        <a:p>
          <a:endParaRPr lang="en-US"/>
        </a:p>
      </dgm:t>
    </dgm:pt>
    <dgm:pt modelId="{B5CBD20E-D600-48C1-AE7E-03E8AA27A158}" type="pres">
      <dgm:prSet presAssocID="{D4BA7E4A-BDA0-4CF1-AEA0-65BA5C72E5A1}" presName="vert1" presStyleCnt="0"/>
      <dgm:spPr/>
    </dgm:pt>
    <dgm:pt modelId="{D1FECA86-D24B-4F25-A6E0-D05220220705}" type="pres">
      <dgm:prSet presAssocID="{BFC45C8A-60D3-4BCE-9CEC-F8B1FE305104}" presName="thickLine" presStyleLbl="alignNode1" presStyleIdx="1" presStyleCnt="3"/>
      <dgm:spPr/>
    </dgm:pt>
    <dgm:pt modelId="{9DC6C569-0059-4728-BE26-47DAECC08E4D}" type="pres">
      <dgm:prSet presAssocID="{BFC45C8A-60D3-4BCE-9CEC-F8B1FE305104}" presName="horz1" presStyleCnt="0"/>
      <dgm:spPr/>
    </dgm:pt>
    <dgm:pt modelId="{01BFE27F-A18A-4166-82FC-2490AEB1A412}" type="pres">
      <dgm:prSet presAssocID="{BFC45C8A-60D3-4BCE-9CEC-F8B1FE305104}" presName="tx1" presStyleLbl="revTx" presStyleIdx="1" presStyleCnt="3"/>
      <dgm:spPr/>
      <dgm:t>
        <a:bodyPr/>
        <a:lstStyle/>
        <a:p>
          <a:endParaRPr lang="en-US"/>
        </a:p>
      </dgm:t>
    </dgm:pt>
    <dgm:pt modelId="{1C6B0F3B-F66F-40E9-9179-A5645FE829D2}" type="pres">
      <dgm:prSet presAssocID="{BFC45C8A-60D3-4BCE-9CEC-F8B1FE305104}" presName="vert1" presStyleCnt="0"/>
      <dgm:spPr/>
    </dgm:pt>
    <dgm:pt modelId="{C6E35411-C605-4614-8949-EBD34A40EAD0}" type="pres">
      <dgm:prSet presAssocID="{82D76E08-1E1C-4BD2-9200-073BB6F1EF41}" presName="thickLine" presStyleLbl="alignNode1" presStyleIdx="2" presStyleCnt="3"/>
      <dgm:spPr/>
    </dgm:pt>
    <dgm:pt modelId="{29544E6A-F2A9-418B-BE90-830D25F24217}" type="pres">
      <dgm:prSet presAssocID="{82D76E08-1E1C-4BD2-9200-073BB6F1EF41}" presName="horz1" presStyleCnt="0"/>
      <dgm:spPr/>
    </dgm:pt>
    <dgm:pt modelId="{F7F8859D-10CD-43AA-8E52-ACC082595F4E}" type="pres">
      <dgm:prSet presAssocID="{82D76E08-1E1C-4BD2-9200-073BB6F1EF41}" presName="tx1" presStyleLbl="revTx" presStyleIdx="2" presStyleCnt="3"/>
      <dgm:spPr/>
      <dgm:t>
        <a:bodyPr/>
        <a:lstStyle/>
        <a:p>
          <a:endParaRPr lang="en-US"/>
        </a:p>
      </dgm:t>
    </dgm:pt>
    <dgm:pt modelId="{D933CF15-6125-422D-B2FD-3AA98BFB6B80}" type="pres">
      <dgm:prSet presAssocID="{82D76E08-1E1C-4BD2-9200-073BB6F1EF41}" presName="vert1" presStyleCnt="0"/>
      <dgm:spPr/>
    </dgm:pt>
  </dgm:ptLst>
  <dgm:cxnLst>
    <dgm:cxn modelId="{27BA9C35-DC87-4B7A-B7CA-2437943BD1B5}" type="presOf" srcId="{BFC45C8A-60D3-4BCE-9CEC-F8B1FE305104}" destId="{01BFE27F-A18A-4166-82FC-2490AEB1A412}" srcOrd="0" destOrd="0" presId="urn:microsoft.com/office/officeart/2008/layout/LinedList"/>
    <dgm:cxn modelId="{E32A1B1C-C79B-421A-B6E1-D7E1724DC27D}" type="presOf" srcId="{82D76E08-1E1C-4BD2-9200-073BB6F1EF41}" destId="{F7F8859D-10CD-43AA-8E52-ACC082595F4E}" srcOrd="0" destOrd="0" presId="urn:microsoft.com/office/officeart/2008/layout/LinedList"/>
    <dgm:cxn modelId="{28436AE7-BA57-4CA1-B98E-EB4C5E34ABB9}" srcId="{71655C64-F49A-45F4-8791-4ED46031868C}" destId="{D4BA7E4A-BDA0-4CF1-AEA0-65BA5C72E5A1}" srcOrd="0" destOrd="0" parTransId="{BD263B0A-1F22-4896-8262-3FDA5E416933}" sibTransId="{6603BBCE-DE76-485A-B08D-C3D69CCFEAB6}"/>
    <dgm:cxn modelId="{827AA402-0D14-482F-826F-4D86BDC9D07D}" srcId="{71655C64-F49A-45F4-8791-4ED46031868C}" destId="{BFC45C8A-60D3-4BCE-9CEC-F8B1FE305104}" srcOrd="1" destOrd="0" parTransId="{B26091F3-4838-4ADE-9E54-3D9D97864A13}" sibTransId="{FDF15C69-A67D-4A38-9A94-8A8A8AAD3C92}"/>
    <dgm:cxn modelId="{DD4B4FC1-DF05-4181-AD45-1EC86B5B2E8B}" type="presOf" srcId="{D4BA7E4A-BDA0-4CF1-AEA0-65BA5C72E5A1}" destId="{BF6276E4-F422-457A-8B82-C0CD6FD16BCD}" srcOrd="0" destOrd="0" presId="urn:microsoft.com/office/officeart/2008/layout/LinedList"/>
    <dgm:cxn modelId="{99B0330E-8A5D-4BD2-8165-2425C1BC9933}" type="presOf" srcId="{71655C64-F49A-45F4-8791-4ED46031868C}" destId="{4FD5DE86-B8AE-4362-B9CE-4583141D05FA}" srcOrd="0" destOrd="0" presId="urn:microsoft.com/office/officeart/2008/layout/LinedList"/>
    <dgm:cxn modelId="{91CACF22-7211-4BDD-9AE6-990A6028D4AE}" srcId="{71655C64-F49A-45F4-8791-4ED46031868C}" destId="{82D76E08-1E1C-4BD2-9200-073BB6F1EF41}" srcOrd="2" destOrd="0" parTransId="{D1BF826E-05CE-479C-9FCE-8DF672624BE5}" sibTransId="{AFA664A7-AF83-4EAF-9C27-688FD06604D6}"/>
    <dgm:cxn modelId="{16439E0F-8962-4672-BCE7-1CF5D46031BF}" type="presParOf" srcId="{4FD5DE86-B8AE-4362-B9CE-4583141D05FA}" destId="{343F02F6-BD5C-466A-864E-4EECADB55C4B}" srcOrd="0" destOrd="0" presId="urn:microsoft.com/office/officeart/2008/layout/LinedList"/>
    <dgm:cxn modelId="{AB4D7553-89AC-4885-9531-1D6A04DBA700}" type="presParOf" srcId="{4FD5DE86-B8AE-4362-B9CE-4583141D05FA}" destId="{61EA3F54-0E6C-4697-BBCE-92039FEAA65D}" srcOrd="1" destOrd="0" presId="urn:microsoft.com/office/officeart/2008/layout/LinedList"/>
    <dgm:cxn modelId="{257957EF-AC31-46A2-A3D1-BCC5BFCF5E22}" type="presParOf" srcId="{61EA3F54-0E6C-4697-BBCE-92039FEAA65D}" destId="{BF6276E4-F422-457A-8B82-C0CD6FD16BCD}" srcOrd="0" destOrd="0" presId="urn:microsoft.com/office/officeart/2008/layout/LinedList"/>
    <dgm:cxn modelId="{4C63B441-C45A-4472-9194-E6083A0D5950}" type="presParOf" srcId="{61EA3F54-0E6C-4697-BBCE-92039FEAA65D}" destId="{B5CBD20E-D600-48C1-AE7E-03E8AA27A158}" srcOrd="1" destOrd="0" presId="urn:microsoft.com/office/officeart/2008/layout/LinedList"/>
    <dgm:cxn modelId="{7DE59DD0-004B-42ED-9683-5328AE6DF3C8}" type="presParOf" srcId="{4FD5DE86-B8AE-4362-B9CE-4583141D05FA}" destId="{D1FECA86-D24B-4F25-A6E0-D05220220705}" srcOrd="2" destOrd="0" presId="urn:microsoft.com/office/officeart/2008/layout/LinedList"/>
    <dgm:cxn modelId="{436FEB08-9D8D-4134-B42E-B619D4E3111D}" type="presParOf" srcId="{4FD5DE86-B8AE-4362-B9CE-4583141D05FA}" destId="{9DC6C569-0059-4728-BE26-47DAECC08E4D}" srcOrd="3" destOrd="0" presId="urn:microsoft.com/office/officeart/2008/layout/LinedList"/>
    <dgm:cxn modelId="{0089F580-5AD8-4358-A671-5CDE2632F01E}" type="presParOf" srcId="{9DC6C569-0059-4728-BE26-47DAECC08E4D}" destId="{01BFE27F-A18A-4166-82FC-2490AEB1A412}" srcOrd="0" destOrd="0" presId="urn:microsoft.com/office/officeart/2008/layout/LinedList"/>
    <dgm:cxn modelId="{F10DF180-3FC2-4AFA-AFF2-F778E6F661D1}" type="presParOf" srcId="{9DC6C569-0059-4728-BE26-47DAECC08E4D}" destId="{1C6B0F3B-F66F-40E9-9179-A5645FE829D2}" srcOrd="1" destOrd="0" presId="urn:microsoft.com/office/officeart/2008/layout/LinedList"/>
    <dgm:cxn modelId="{1053D51A-04E0-4CB4-B78B-3AEC0D1AE23C}" type="presParOf" srcId="{4FD5DE86-B8AE-4362-B9CE-4583141D05FA}" destId="{C6E35411-C605-4614-8949-EBD34A40EAD0}" srcOrd="4" destOrd="0" presId="urn:microsoft.com/office/officeart/2008/layout/LinedList"/>
    <dgm:cxn modelId="{04C1C10D-57DA-4D94-ADC0-6F2DFF0F4AA6}" type="presParOf" srcId="{4FD5DE86-B8AE-4362-B9CE-4583141D05FA}" destId="{29544E6A-F2A9-418B-BE90-830D25F24217}" srcOrd="5" destOrd="0" presId="urn:microsoft.com/office/officeart/2008/layout/LinedList"/>
    <dgm:cxn modelId="{AF0CBBF2-0F6C-4FDA-AA07-DF38B5E087EE}" type="presParOf" srcId="{29544E6A-F2A9-418B-BE90-830D25F24217}" destId="{F7F8859D-10CD-43AA-8E52-ACC082595F4E}" srcOrd="0" destOrd="0" presId="urn:microsoft.com/office/officeart/2008/layout/LinedList"/>
    <dgm:cxn modelId="{96633EA4-AF2D-4F8B-84D8-E84747D60D33}" type="presParOf" srcId="{29544E6A-F2A9-418B-BE90-830D25F24217}" destId="{D933CF15-6125-422D-B2FD-3AA98BFB6B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F02F6-BD5C-466A-864E-4EECADB55C4B}">
      <dsp:nvSpPr>
        <dsp:cNvPr id="0" name=""/>
        <dsp:cNvSpPr/>
      </dsp:nvSpPr>
      <dsp:spPr>
        <a:xfrm>
          <a:off x="0" y="1332"/>
          <a:ext cx="576108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6276E4-F422-457A-8B82-C0CD6FD16BCD}">
      <dsp:nvSpPr>
        <dsp:cNvPr id="0" name=""/>
        <dsp:cNvSpPr/>
      </dsp:nvSpPr>
      <dsp:spPr>
        <a:xfrm>
          <a:off x="0" y="1332"/>
          <a:ext cx="5761083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Push History</a:t>
          </a:r>
          <a:endParaRPr lang="en-US" sz="2600" kern="1200" dirty="0"/>
        </a:p>
      </dsp:txBody>
      <dsp:txXfrm>
        <a:off x="0" y="1332"/>
        <a:ext cx="5761083" cy="908511"/>
      </dsp:txXfrm>
    </dsp:sp>
    <dsp:sp modelId="{D1FECA86-D24B-4F25-A6E0-D05220220705}">
      <dsp:nvSpPr>
        <dsp:cNvPr id="0" name=""/>
        <dsp:cNvSpPr/>
      </dsp:nvSpPr>
      <dsp:spPr>
        <a:xfrm>
          <a:off x="0" y="909843"/>
          <a:ext cx="576108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BFE27F-A18A-4166-82FC-2490AEB1A412}">
      <dsp:nvSpPr>
        <dsp:cNvPr id="0" name=""/>
        <dsp:cNvSpPr/>
      </dsp:nvSpPr>
      <dsp:spPr>
        <a:xfrm>
          <a:off x="0" y="909843"/>
          <a:ext cx="5761083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Contact Info and Text Elements Sync</a:t>
          </a:r>
          <a:endParaRPr lang="en-US" sz="2600" kern="1200" dirty="0"/>
        </a:p>
      </dsp:txBody>
      <dsp:txXfrm>
        <a:off x="0" y="909843"/>
        <a:ext cx="5761083" cy="908511"/>
      </dsp:txXfrm>
    </dsp:sp>
    <dsp:sp modelId="{C6E35411-C605-4614-8949-EBD34A40EAD0}">
      <dsp:nvSpPr>
        <dsp:cNvPr id="0" name=""/>
        <dsp:cNvSpPr/>
      </dsp:nvSpPr>
      <dsp:spPr>
        <a:xfrm>
          <a:off x="0" y="1818354"/>
          <a:ext cx="576108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F8859D-10CD-43AA-8E52-ACC082595F4E}">
      <dsp:nvSpPr>
        <dsp:cNvPr id="0" name=""/>
        <dsp:cNvSpPr/>
      </dsp:nvSpPr>
      <dsp:spPr>
        <a:xfrm>
          <a:off x="0" y="1818354"/>
          <a:ext cx="5761083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Sides Retain Their Content</a:t>
          </a:r>
          <a:endParaRPr lang="en-US" sz="2600" kern="1200" dirty="0"/>
        </a:p>
      </dsp:txBody>
      <dsp:txXfrm>
        <a:off x="0" y="1818354"/>
        <a:ext cx="5761083" cy="908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608" y="679731"/>
            <a:ext cx="4608118" cy="3736540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Century Gothic"/>
              </a:rPr>
              <a:t>Walter </a:t>
            </a:r>
            <a:r>
              <a:rPr lang="en-US" sz="1800" b="1" dirty="0" smtClean="0">
                <a:solidFill>
                  <a:srgbClr val="2D9CDB"/>
                </a:solidFill>
                <a:latin typeface="Century Gothic"/>
              </a:rPr>
              <a:t>Creations –</a:t>
            </a:r>
            <a:br>
              <a:rPr lang="en-US" sz="1800" b="1" dirty="0" smtClean="0">
                <a:solidFill>
                  <a:srgbClr val="2D9CDB"/>
                </a:solidFill>
                <a:latin typeface="Century Gothic"/>
              </a:rPr>
            </a:br>
            <a:r>
              <a:rPr lang="en-US" b="1" dirty="0" smtClean="0">
                <a:solidFill>
                  <a:srgbClr val="2D9CDB"/>
                </a:solidFill>
                <a:latin typeface="Century Gothic"/>
              </a:rPr>
              <a:t/>
            </a:r>
            <a:br>
              <a:rPr lang="en-US" b="1" dirty="0" smtClean="0">
                <a:solidFill>
                  <a:srgbClr val="2D9CDB"/>
                </a:solidFill>
                <a:latin typeface="Century Gothic"/>
              </a:rPr>
            </a:br>
            <a:r>
              <a:rPr lang="en-US" b="1" dirty="0" smtClean="0">
                <a:latin typeface="Century Gothic"/>
              </a:rPr>
              <a:t>Business </a:t>
            </a:r>
            <a:r>
              <a:rPr lang="en-US" b="1" dirty="0" smtClean="0">
                <a:solidFill>
                  <a:srgbClr val="2D9CDB"/>
                </a:solidFill>
                <a:latin typeface="Century Gothic"/>
              </a:rPr>
              <a:t>Card Maker</a:t>
            </a:r>
            <a:endParaRPr lang="en-US" b="1" dirty="0">
              <a:solidFill>
                <a:srgbClr val="2D9CDB"/>
              </a:solidFill>
              <a:latin typeface="Century Goth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Harvey Walter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95CCF77A-8B34-09A6-698E-82A4D113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04352-D6EA-4158-5E72-1FB3E0D5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 smtClean="0">
                <a:latin typeface="Century Gothic"/>
              </a:rPr>
              <a:t>Project </a:t>
            </a:r>
            <a:r>
              <a:rPr lang="en-US" sz="4800" b="1" dirty="0" smtClean="0">
                <a:solidFill>
                  <a:srgbClr val="2D9CDB"/>
                </a:solidFill>
                <a:latin typeface="Century Gothic"/>
              </a:rPr>
              <a:t>Requirements</a:t>
            </a:r>
            <a:endParaRPr lang="en-US" sz="4800" b="1" dirty="0">
              <a:solidFill>
                <a:srgbClr val="2D9CDB"/>
              </a:solidFill>
              <a:latin typeface="Century Gothi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4AAD-4384-01A1-3A00-8CA6D295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32500" lnSpcReduction="20000"/>
          </a:bodyPr>
          <a:lstStyle/>
          <a:p>
            <a:pPr lvl="0"/>
            <a:r>
              <a:rPr lang="en-US" dirty="0"/>
              <a:t>Double sided business card editing</a:t>
            </a:r>
          </a:p>
          <a:p>
            <a:pPr lvl="0"/>
            <a:r>
              <a:rPr lang="en-US" dirty="0"/>
              <a:t>Custom size for business card</a:t>
            </a:r>
          </a:p>
          <a:p>
            <a:pPr lvl="0"/>
            <a:r>
              <a:rPr lang="en-US" dirty="0"/>
              <a:t>Background can be solid </a:t>
            </a:r>
            <a:r>
              <a:rPr lang="en-US" dirty="0" smtClean="0"/>
              <a:t>color or images</a:t>
            </a:r>
          </a:p>
          <a:p>
            <a:pPr lvl="0"/>
            <a:r>
              <a:rPr lang="en-US" dirty="0" smtClean="0"/>
              <a:t>Can </a:t>
            </a:r>
            <a:r>
              <a:rPr lang="en-US" dirty="0"/>
              <a:t>import a logo and other images</a:t>
            </a:r>
          </a:p>
          <a:p>
            <a:pPr lvl="0"/>
            <a:r>
              <a:rPr lang="en-US" dirty="0"/>
              <a:t>Images, including background images, can be scaled, rotated, mirrored</a:t>
            </a:r>
          </a:p>
          <a:p>
            <a:pPr lvl="0"/>
            <a:r>
              <a:rPr lang="en-US" dirty="0"/>
              <a:t>Users can input core details in a panel: core details are: Name, Business, Position</a:t>
            </a:r>
          </a:p>
          <a:p>
            <a:pPr lvl="0"/>
            <a:r>
              <a:rPr lang="en-US" dirty="0"/>
              <a:t>Users can input emails and phone numbers and label them as work, personal, etc.</a:t>
            </a:r>
          </a:p>
          <a:p>
            <a:pPr lvl="0"/>
            <a:r>
              <a:rPr lang="en-US" dirty="0"/>
              <a:t>Users can link social media and other websites with labels.</a:t>
            </a:r>
          </a:p>
          <a:p>
            <a:pPr lvl="0"/>
            <a:r>
              <a:rPr lang="en-US" dirty="0"/>
              <a:t>Users can use any font from Google Fonts or upload and use their own fonts (.</a:t>
            </a:r>
            <a:r>
              <a:rPr lang="en-US" dirty="0" err="1"/>
              <a:t>ttf</a:t>
            </a:r>
            <a:r>
              <a:rPr lang="en-US" dirty="0"/>
              <a:t>, .</a:t>
            </a:r>
            <a:r>
              <a:rPr lang="en-US" dirty="0" err="1"/>
              <a:t>otf</a:t>
            </a:r>
            <a:r>
              <a:rPr lang="en-US" dirty="0"/>
              <a:t>, .</a:t>
            </a:r>
            <a:r>
              <a:rPr lang="en-US" dirty="0" err="1"/>
              <a:t>woff</a:t>
            </a:r>
            <a:r>
              <a:rPr lang="en-US" dirty="0"/>
              <a:t>)</a:t>
            </a:r>
          </a:p>
          <a:p>
            <a:pPr lvl="0"/>
            <a:r>
              <a:rPr lang="en-US" dirty="0" smtClean="0"/>
              <a:t>Users </a:t>
            </a:r>
            <a:r>
              <a:rPr lang="en-US" dirty="0"/>
              <a:t>can enter edit mode and select images and text boxes to move </a:t>
            </a:r>
            <a:r>
              <a:rPr lang="en-US" dirty="0" smtClean="0"/>
              <a:t>them.</a:t>
            </a:r>
            <a:endParaRPr lang="en-US" dirty="0"/>
          </a:p>
          <a:p>
            <a:pPr lvl="0"/>
            <a:r>
              <a:rPr lang="en-US" dirty="0" smtClean="0"/>
              <a:t>Font size control as well as italics, bold, underlining ,etc.</a:t>
            </a:r>
            <a:endParaRPr lang="en-US" dirty="0"/>
          </a:p>
          <a:p>
            <a:pPr lvl="0"/>
            <a:r>
              <a:rPr lang="en-US" dirty="0"/>
              <a:t>Users must be able to select only parts of a word or text in a box to edit as well, like to change the color of just one word or the kerning between two letters.</a:t>
            </a:r>
          </a:p>
          <a:p>
            <a:pPr lvl="0"/>
            <a:r>
              <a:rPr lang="en-US" dirty="0"/>
              <a:t>Export as two .</a:t>
            </a:r>
            <a:r>
              <a:rPr lang="en-US" dirty="0" err="1"/>
              <a:t>pngs</a:t>
            </a:r>
            <a:r>
              <a:rPr lang="en-US" dirty="0"/>
              <a:t>, printable .pdf, .</a:t>
            </a:r>
            <a:r>
              <a:rPr lang="en-US" dirty="0" err="1"/>
              <a:t>vcf</a:t>
            </a:r>
            <a:r>
              <a:rPr lang="en-US" dirty="0"/>
              <a:t>, .</a:t>
            </a:r>
            <a:r>
              <a:rPr lang="en-US" dirty="0" err="1"/>
              <a:t>bcard</a:t>
            </a:r>
            <a:r>
              <a:rPr lang="en-US" dirty="0"/>
              <a:t> for later edits.</a:t>
            </a:r>
          </a:p>
          <a:p>
            <a:pPr lvl="0"/>
            <a:r>
              <a:rPr lang="en-US" dirty="0"/>
              <a:t>.</a:t>
            </a:r>
            <a:r>
              <a:rPr lang="en-US" dirty="0" err="1"/>
              <a:t>bcard</a:t>
            </a:r>
            <a:r>
              <a:rPr lang="en-US" dirty="0"/>
              <a:t> export must be reloadable for future work, and must preserve and maintain </a:t>
            </a:r>
            <a:r>
              <a:rPr lang="en-US" dirty="0" smtClean="0"/>
              <a:t>images, </a:t>
            </a:r>
            <a:r>
              <a:rPr lang="en-US" dirty="0"/>
              <a:t>custom fonts, and item locations and attributes.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4E758BEB-E1CE-981E-09E1-676F60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686" y="55190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1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52ABC-3DA4-B991-6515-E757E4E0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450FF-A7EF-5B4F-F394-8F6F6B95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 b="1" dirty="0" smtClean="0">
                <a:solidFill>
                  <a:srgbClr val="000000"/>
                </a:solidFill>
                <a:latin typeface="Century Gothic"/>
              </a:rPr>
              <a:t>Design</a:t>
            </a:r>
            <a:endParaRPr lang="en-US" sz="4600" dirty="0">
              <a:solidFill>
                <a:srgbClr val="2D9CDB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93830-0A44-138F-9327-1588464C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702531"/>
            <a:ext cx="5507777" cy="3506599"/>
          </a:xfrm>
        </p:spPr>
        <p:txBody>
          <a:bodyPr anchor="ctr">
            <a:normAutofit/>
          </a:bodyPr>
          <a:lstStyle/>
          <a:p>
            <a:r>
              <a:rPr lang="en-US" sz="2400" dirty="0" smtClean="0"/>
              <a:t>A static html, </a:t>
            </a:r>
            <a:r>
              <a:rPr lang="en-US" sz="2400" dirty="0" err="1" smtClean="0"/>
              <a:t>css</a:t>
            </a:r>
            <a:r>
              <a:rPr lang="en-US" sz="2400" dirty="0" smtClean="0"/>
              <a:t>, </a:t>
            </a:r>
            <a:r>
              <a:rPr lang="en-US" sz="2400" dirty="0" err="1" smtClean="0"/>
              <a:t>js</a:t>
            </a:r>
            <a:r>
              <a:rPr lang="en-US" sz="2400" dirty="0" smtClean="0"/>
              <a:t> tool on a website already designed for such tools.</a:t>
            </a:r>
          </a:p>
          <a:p>
            <a:r>
              <a:rPr lang="en-US" sz="2400" dirty="0" err="1" smtClean="0"/>
              <a:t>jsPDF</a:t>
            </a:r>
            <a:r>
              <a:rPr lang="en-US" sz="2400" dirty="0" smtClean="0"/>
              <a:t> &amp; html2canvas libraries.</a:t>
            </a:r>
          </a:p>
          <a:p>
            <a:endParaRPr lang="en-US" sz="2400" dirty="0"/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ED4252E2-0876-C586-88FF-2C0CBA8B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306" y="550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2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B3211-E7D0-B20D-83D3-B9251FB3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F66989-8776-B671-2CA8-B22C8D042E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670821-1C7E-3C7D-C74A-81BC3153D5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B729C9-D2FF-D846-21E1-EA89CE1FDD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D4F773-35EA-CCEA-5233-597F33BD94F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1380B4-FD13-FE3D-BEA8-F161DA2917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49379-1E81-74A2-7B2F-207D33CC74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FA952-078C-6BCD-D496-E549B53A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 smtClean="0">
                <a:latin typeface="Century Gothic"/>
              </a:rPr>
              <a:t>Layout </a:t>
            </a:r>
            <a:r>
              <a:rPr lang="en-US" sz="4800" b="1" dirty="0" smtClean="0">
                <a:solidFill>
                  <a:srgbClr val="2D9CDB"/>
                </a:solidFill>
                <a:latin typeface="Century Gothic"/>
              </a:rPr>
              <a:t>Design</a:t>
            </a:r>
            <a:endParaRPr lang="en-US" sz="4800" b="1" dirty="0">
              <a:solidFill>
                <a:srgbClr val="2D9CDB"/>
              </a:solidFill>
              <a:latin typeface="Century Gothi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EA0D0-9E05-6B1D-0A88-B645CC04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 smtClean="0"/>
              <a:t>One side panel for everything</a:t>
            </a:r>
          </a:p>
          <a:p>
            <a:r>
              <a:rPr lang="en-US" sz="2400" dirty="0" smtClean="0"/>
              <a:t>Canvas in the middle</a:t>
            </a:r>
          </a:p>
          <a:p>
            <a:r>
              <a:rPr lang="en-US" sz="2400" dirty="0" smtClean="0"/>
              <a:t>Mobile responsive</a:t>
            </a: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B8F190-2A7C-2F4C-425D-211DF8B14F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005DEF14-944A-0246-A628-B51F5B93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152" y="53911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4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17F2D-D98C-7422-4B23-FDA09476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1388D-1AAC-AB2D-19AA-D450EBF2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Century Gothic"/>
              </a:rPr>
              <a:t>The </a:t>
            </a:r>
            <a:r>
              <a:rPr lang="en-US" sz="5400" b="1" dirty="0" smtClean="0">
                <a:solidFill>
                  <a:srgbClr val="2D9CDB"/>
                </a:solidFill>
                <a:latin typeface="Century Gothic"/>
              </a:rPr>
              <a:t>Implementation</a:t>
            </a:r>
            <a:endParaRPr lang="en-US" sz="5400" b="1" dirty="0">
              <a:solidFill>
                <a:srgbClr val="2D9CDB"/>
              </a:solidFill>
              <a:latin typeface="Century Gothi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F8E6-CDAE-6B45-78B0-E4C06895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 smtClean="0">
                <a:latin typeface="Aptos"/>
                <a:ea typeface="+mn-lt"/>
                <a:cs typeface="Arial"/>
              </a:rPr>
              <a:t>Preexisting html</a:t>
            </a:r>
          </a:p>
          <a:p>
            <a:r>
              <a:rPr lang="en-US" sz="2000" dirty="0" smtClean="0">
                <a:latin typeface="Aptos"/>
                <a:ea typeface="+mn-lt"/>
                <a:cs typeface="Arial"/>
              </a:rPr>
              <a:t>Fit site styles</a:t>
            </a:r>
          </a:p>
          <a:p>
            <a:r>
              <a:rPr lang="en-US" sz="2000" dirty="0" smtClean="0">
                <a:latin typeface="Aptos"/>
                <a:ea typeface="+mn-lt"/>
                <a:cs typeface="Arial"/>
              </a:rPr>
              <a:t>Chat &amp; Claude</a:t>
            </a:r>
          </a:p>
          <a:p>
            <a:r>
              <a:rPr lang="en-US" sz="2000" dirty="0" smtClean="0">
                <a:latin typeface="Aptos"/>
                <a:ea typeface="+mn-lt"/>
                <a:cs typeface="Arial"/>
              </a:rPr>
              <a:t>Editing html and </a:t>
            </a:r>
            <a:r>
              <a:rPr lang="en-US" sz="2000" dirty="0" err="1" smtClean="0">
                <a:latin typeface="Aptos"/>
                <a:ea typeface="+mn-lt"/>
                <a:cs typeface="Arial"/>
              </a:rPr>
              <a:t>css</a:t>
            </a:r>
            <a:r>
              <a:rPr lang="en-US" sz="2000" dirty="0" smtClean="0">
                <a:latin typeface="Aptos"/>
                <a:ea typeface="+mn-lt"/>
                <a:cs typeface="Arial"/>
              </a:rPr>
              <a:t> and </a:t>
            </a:r>
            <a:r>
              <a:rPr lang="en-US" sz="2000" dirty="0" err="1" smtClean="0">
                <a:latin typeface="Aptos"/>
                <a:ea typeface="+mn-lt"/>
                <a:cs typeface="Arial"/>
              </a:rPr>
              <a:t>js</a:t>
            </a:r>
            <a:endParaRPr lang="en-US" sz="2000" dirty="0" smtClean="0">
              <a:latin typeface="Aptos"/>
              <a:ea typeface="+mn-lt"/>
              <a:cs typeface="Arial"/>
            </a:endParaRP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E45C8765-F570-B052-D4D3-373DC8317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489" y="57122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0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A48F0-8557-6C94-21CB-59BD8B0E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25D83-A183-6749-92D1-7FEDC60B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entury Gothic"/>
              </a:rPr>
              <a:t>T</a:t>
            </a:r>
            <a:r>
              <a:rPr lang="en-US" sz="5400" b="1" dirty="0" smtClean="0">
                <a:latin typeface="Century Gothic"/>
              </a:rPr>
              <a:t>ests</a:t>
            </a:r>
            <a:endParaRPr lang="en-US" sz="5400" b="1" dirty="0">
              <a:solidFill>
                <a:srgbClr val="2D9CDB"/>
              </a:solidFill>
              <a:latin typeface="Century Gothic"/>
            </a:endParaRP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D8D15FE1-EAA1-C8A4-DED1-CECA9B843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1881868"/>
              </p:ext>
            </p:extLst>
          </p:nvPr>
        </p:nvGraphicFramePr>
        <p:xfrm>
          <a:off x="1379945" y="2932964"/>
          <a:ext cx="5761084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21DDC4FD-F030-936A-B420-529AA4835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672" y="52078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1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6E029-502E-A75B-EE54-80415B64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125BA-C44F-1E46-6601-C845BACC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entury Gothic"/>
              </a:rPr>
              <a:t>Demo</a:t>
            </a:r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2400" b="1" dirty="0" smtClean="0">
                <a:solidFill>
                  <a:srgbClr val="FFFFFF"/>
                </a:solidFill>
                <a:latin typeface="Century Gothic"/>
              </a:rPr>
              <a:t>Time</a:t>
            </a:r>
            <a:endParaRPr lang="en-US" sz="2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6B3D06BA-BEB1-A309-71F1-3E48CDB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65" y="57229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0F1C2-66AE-A364-C39F-BCBB8158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32" name="Content Placeholder 31" descr="A close up of a logo&#10;&#10;AI-generated content may be incorrect.">
            <a:extLst>
              <a:ext uri="{FF2B5EF4-FFF2-40B4-BE49-F238E27FC236}">
                <a16:creationId xmlns:a16="http://schemas.microsoft.com/office/drawing/2014/main" id="{638B8443-D8C0-24DD-CF14-396541779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31" r="-2792" b="901"/>
          <a:stretch>
            <a:fillRect/>
          </a:stretch>
        </p:blipFill>
        <p:spPr>
          <a:xfrm>
            <a:off x="7445959" y="5148143"/>
            <a:ext cx="4491390" cy="11889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7696F33-B3B4-15BB-9CF9-369207195987}"/>
              </a:ext>
            </a:extLst>
          </p:cNvPr>
          <p:cNvSpPr/>
          <p:nvPr/>
        </p:nvSpPr>
        <p:spPr>
          <a:xfrm>
            <a:off x="5442" y="-2722"/>
            <a:ext cx="12192000" cy="4572000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8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1104</TotalTime>
  <Words>291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Century Gothic</vt:lpstr>
      <vt:lpstr>office theme</vt:lpstr>
      <vt:lpstr>Walter Creations –  Business Card Maker</vt:lpstr>
      <vt:lpstr>Project Requirements</vt:lpstr>
      <vt:lpstr>Design</vt:lpstr>
      <vt:lpstr>Layout Design</vt:lpstr>
      <vt:lpstr>The Implementation</vt:lpstr>
      <vt:lpstr>Tests</vt:lpstr>
      <vt:lpstr>Demo Time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Walter Creations –  Business Card Maker</dc:title>
  <dc:creator/>
  <cp:lastModifiedBy>Harvey Walter</cp:lastModifiedBy>
  <cp:revision>455</cp:revision>
  <dcterms:created xsi:type="dcterms:W3CDTF">2025-12-16T04:39:19Z</dcterms:created>
  <dcterms:modified xsi:type="dcterms:W3CDTF">2026-04-28T14:01:47Z</dcterms:modified>
</cp:coreProperties>
</file>