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9CDB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17D12-B8FB-6132-BD81-52D9C689BFB1}" v="1319" dt="2025-12-16T13:49:50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6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13.svg"/><Relationship Id="rId1" Type="http://schemas.openxmlformats.org/officeDocument/2006/relationships/image" Target="../media/image7.png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6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13.svg"/><Relationship Id="rId1" Type="http://schemas.openxmlformats.org/officeDocument/2006/relationships/image" Target="../media/image7.png"/><Relationship Id="rId6" Type="http://schemas.openxmlformats.org/officeDocument/2006/relationships/image" Target="../media/image17.svg"/><Relationship Id="rId5" Type="http://schemas.openxmlformats.org/officeDocument/2006/relationships/image" Target="../media/image9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7689AC-9C2C-4BA0-AA1F-0AE7EDF1AB2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2E60EA-8978-4F45-B47F-94D292ADE2BE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2400" dirty="0">
              <a:latin typeface="Aptos"/>
            </a:rPr>
            <a:t>Lack of Accessibility</a:t>
          </a:r>
          <a:endParaRPr lang="en-US" dirty="0"/>
        </a:p>
      </dgm:t>
    </dgm:pt>
    <dgm:pt modelId="{8A062B80-BE3B-447E-A489-2B5E995013D7}" type="parTrans" cxnId="{F2AF2024-4EEE-42DA-B675-CB4E3C1ECE12}">
      <dgm:prSet/>
      <dgm:spPr/>
      <dgm:t>
        <a:bodyPr/>
        <a:lstStyle/>
        <a:p>
          <a:endParaRPr lang="en-US"/>
        </a:p>
      </dgm:t>
    </dgm:pt>
    <dgm:pt modelId="{7BFDC52A-CED5-4D24-A202-6F9C4BCB223C}" type="sibTrans" cxnId="{F2AF2024-4EEE-42DA-B675-CB4E3C1ECE12}">
      <dgm:prSet/>
      <dgm:spPr/>
      <dgm:t>
        <a:bodyPr/>
        <a:lstStyle/>
        <a:p>
          <a:endParaRPr lang="en-US"/>
        </a:p>
      </dgm:t>
    </dgm:pt>
    <dgm:pt modelId="{6EC23D8C-952D-419F-94C1-1A023A037458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400" dirty="0">
              <a:latin typeface="Aptos"/>
            </a:rPr>
            <a:t>Wasted Time</a:t>
          </a:r>
        </a:p>
      </dgm:t>
    </dgm:pt>
    <dgm:pt modelId="{3DAD76E2-6FCE-4055-AA20-A0B4B6D88AB4}" type="parTrans" cxnId="{DA07C4C2-F5CD-4DA2-85DF-68C2DCF61D03}">
      <dgm:prSet/>
      <dgm:spPr/>
    </dgm:pt>
    <dgm:pt modelId="{4BAD0AD3-71CB-401F-BBAD-7CE566FD8D5B}" type="sibTrans" cxnId="{DA07C4C2-F5CD-4DA2-85DF-68C2DCF61D03}">
      <dgm:prSet/>
      <dgm:spPr/>
    </dgm:pt>
    <dgm:pt modelId="{A0632400-6B43-412E-9056-0A406EA3ED35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2400" dirty="0">
              <a:latin typeface="Aptos"/>
            </a:rPr>
            <a:t>Inconsistency</a:t>
          </a:r>
        </a:p>
      </dgm:t>
    </dgm:pt>
    <dgm:pt modelId="{E3C591FC-AE71-41FA-A345-E561D9E9C061}" type="parTrans" cxnId="{C8AE4212-00EF-4694-89ED-824C4F52B9BF}">
      <dgm:prSet/>
      <dgm:spPr/>
    </dgm:pt>
    <dgm:pt modelId="{01C9739D-27B4-45F8-8E59-D46D841081A5}" type="sibTrans" cxnId="{C8AE4212-00EF-4694-89ED-824C4F52B9BF}">
      <dgm:prSet/>
      <dgm:spPr/>
    </dgm:pt>
    <dgm:pt modelId="{6C4EA284-CA78-48F0-8387-57D7AB26A27E}" type="pres">
      <dgm:prSet presAssocID="{077689AC-9C2C-4BA0-AA1F-0AE7EDF1AB20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3F7255C-2A63-47C2-8663-6F44E8727B63}" type="pres">
      <dgm:prSet presAssocID="{6EC23D8C-952D-419F-94C1-1A023A037458}" presName="thickLine" presStyleLbl="alignNode1" presStyleIdx="0" presStyleCnt="3"/>
      <dgm:spPr/>
    </dgm:pt>
    <dgm:pt modelId="{CFEF7930-5423-43E4-9D85-12E9ADF7BF13}" type="pres">
      <dgm:prSet presAssocID="{6EC23D8C-952D-419F-94C1-1A023A037458}" presName="horz1" presStyleCnt="0"/>
      <dgm:spPr/>
    </dgm:pt>
    <dgm:pt modelId="{84C572BE-10B2-4656-8501-7D5B083BBF29}" type="pres">
      <dgm:prSet presAssocID="{6EC23D8C-952D-419F-94C1-1A023A037458}" presName="tx1" presStyleLbl="revTx" presStyleIdx="0" presStyleCnt="3"/>
      <dgm:spPr/>
      <dgm:t>
        <a:bodyPr/>
        <a:lstStyle/>
        <a:p>
          <a:endParaRPr lang="en-US"/>
        </a:p>
      </dgm:t>
    </dgm:pt>
    <dgm:pt modelId="{F608B20A-1C0D-4526-978E-CE4F115A0FA9}" type="pres">
      <dgm:prSet presAssocID="{6EC23D8C-952D-419F-94C1-1A023A037458}" presName="vert1" presStyleCnt="0"/>
      <dgm:spPr/>
    </dgm:pt>
    <dgm:pt modelId="{B458711E-9A09-4B93-B221-127570948C62}" type="pres">
      <dgm:prSet presAssocID="{A0632400-6B43-412E-9056-0A406EA3ED35}" presName="thickLine" presStyleLbl="alignNode1" presStyleIdx="1" presStyleCnt="3"/>
      <dgm:spPr/>
    </dgm:pt>
    <dgm:pt modelId="{2AA2DE57-113E-43D5-B64A-933C23AD8FFB}" type="pres">
      <dgm:prSet presAssocID="{A0632400-6B43-412E-9056-0A406EA3ED35}" presName="horz1" presStyleCnt="0"/>
      <dgm:spPr/>
    </dgm:pt>
    <dgm:pt modelId="{785A35E7-5F30-4226-9F87-8A2FC2B3C836}" type="pres">
      <dgm:prSet presAssocID="{A0632400-6B43-412E-9056-0A406EA3ED35}" presName="tx1" presStyleLbl="revTx" presStyleIdx="1" presStyleCnt="3"/>
      <dgm:spPr/>
      <dgm:t>
        <a:bodyPr/>
        <a:lstStyle/>
        <a:p>
          <a:endParaRPr lang="en-US"/>
        </a:p>
      </dgm:t>
    </dgm:pt>
    <dgm:pt modelId="{81935807-C1F7-48B1-919C-6141C26F37D2}" type="pres">
      <dgm:prSet presAssocID="{A0632400-6B43-412E-9056-0A406EA3ED35}" presName="vert1" presStyleCnt="0"/>
      <dgm:spPr/>
    </dgm:pt>
    <dgm:pt modelId="{F9B5AE61-2B1D-4B5E-BD52-36CFE82ADD89}" type="pres">
      <dgm:prSet presAssocID="{B42E60EA-8978-4F45-B47F-94D292ADE2BE}" presName="thickLine" presStyleLbl="alignNode1" presStyleIdx="2" presStyleCnt="3"/>
      <dgm:spPr/>
    </dgm:pt>
    <dgm:pt modelId="{0A332E45-191F-464C-A4C9-A2A13C72A359}" type="pres">
      <dgm:prSet presAssocID="{B42E60EA-8978-4F45-B47F-94D292ADE2BE}" presName="horz1" presStyleCnt="0"/>
      <dgm:spPr/>
    </dgm:pt>
    <dgm:pt modelId="{A73B63AF-02DC-415C-B4E5-705565569F7E}" type="pres">
      <dgm:prSet presAssocID="{B42E60EA-8978-4F45-B47F-94D292ADE2BE}" presName="tx1" presStyleLbl="revTx" presStyleIdx="2" presStyleCnt="3"/>
      <dgm:spPr/>
      <dgm:t>
        <a:bodyPr/>
        <a:lstStyle/>
        <a:p>
          <a:endParaRPr lang="en-US"/>
        </a:p>
      </dgm:t>
    </dgm:pt>
    <dgm:pt modelId="{F3345042-AF05-4B6A-AAB2-348DE5C9DB17}" type="pres">
      <dgm:prSet presAssocID="{B42E60EA-8978-4F45-B47F-94D292ADE2BE}" presName="vert1" presStyleCnt="0"/>
      <dgm:spPr/>
    </dgm:pt>
  </dgm:ptLst>
  <dgm:cxnLst>
    <dgm:cxn modelId="{2FE59C4A-8B98-47CB-BC68-F0D3B9F90853}" type="presOf" srcId="{A0632400-6B43-412E-9056-0A406EA3ED35}" destId="{785A35E7-5F30-4226-9F87-8A2FC2B3C836}" srcOrd="0" destOrd="0" presId="urn:microsoft.com/office/officeart/2008/layout/LinedList"/>
    <dgm:cxn modelId="{68C670B6-BE47-4420-9EB2-57860137229F}" type="presOf" srcId="{6EC23D8C-952D-419F-94C1-1A023A037458}" destId="{84C572BE-10B2-4656-8501-7D5B083BBF29}" srcOrd="0" destOrd="0" presId="urn:microsoft.com/office/officeart/2008/layout/LinedList"/>
    <dgm:cxn modelId="{C8AE4212-00EF-4694-89ED-824C4F52B9BF}" srcId="{077689AC-9C2C-4BA0-AA1F-0AE7EDF1AB20}" destId="{A0632400-6B43-412E-9056-0A406EA3ED35}" srcOrd="1" destOrd="0" parTransId="{E3C591FC-AE71-41FA-A345-E561D9E9C061}" sibTransId="{01C9739D-27B4-45F8-8E59-D46D841081A5}"/>
    <dgm:cxn modelId="{240C03DE-D600-474C-A646-2417B8C3271A}" type="presOf" srcId="{B42E60EA-8978-4F45-B47F-94D292ADE2BE}" destId="{A73B63AF-02DC-415C-B4E5-705565569F7E}" srcOrd="0" destOrd="0" presId="urn:microsoft.com/office/officeart/2008/layout/LinedList"/>
    <dgm:cxn modelId="{DA07C4C2-F5CD-4DA2-85DF-68C2DCF61D03}" srcId="{077689AC-9C2C-4BA0-AA1F-0AE7EDF1AB20}" destId="{6EC23D8C-952D-419F-94C1-1A023A037458}" srcOrd="0" destOrd="0" parTransId="{3DAD76E2-6FCE-4055-AA20-A0B4B6D88AB4}" sibTransId="{4BAD0AD3-71CB-401F-BBAD-7CE566FD8D5B}"/>
    <dgm:cxn modelId="{4CB59449-2581-408A-9323-74A1E94218A1}" type="presOf" srcId="{077689AC-9C2C-4BA0-AA1F-0AE7EDF1AB20}" destId="{6C4EA284-CA78-48F0-8387-57D7AB26A27E}" srcOrd="0" destOrd="0" presId="urn:microsoft.com/office/officeart/2008/layout/LinedList"/>
    <dgm:cxn modelId="{F2AF2024-4EEE-42DA-B675-CB4E3C1ECE12}" srcId="{077689AC-9C2C-4BA0-AA1F-0AE7EDF1AB20}" destId="{B42E60EA-8978-4F45-B47F-94D292ADE2BE}" srcOrd="2" destOrd="0" parTransId="{8A062B80-BE3B-447E-A489-2B5E995013D7}" sibTransId="{7BFDC52A-CED5-4D24-A202-6F9C4BCB223C}"/>
    <dgm:cxn modelId="{1CCA1291-C26D-4BD0-88AF-DA73D6E2FE2D}" type="presParOf" srcId="{6C4EA284-CA78-48F0-8387-57D7AB26A27E}" destId="{53F7255C-2A63-47C2-8663-6F44E8727B63}" srcOrd="0" destOrd="0" presId="urn:microsoft.com/office/officeart/2008/layout/LinedList"/>
    <dgm:cxn modelId="{2662EBE7-0662-403D-A127-AA86AF2782AD}" type="presParOf" srcId="{6C4EA284-CA78-48F0-8387-57D7AB26A27E}" destId="{CFEF7930-5423-43E4-9D85-12E9ADF7BF13}" srcOrd="1" destOrd="0" presId="urn:microsoft.com/office/officeart/2008/layout/LinedList"/>
    <dgm:cxn modelId="{24F7AE11-3690-4884-AFF7-8875D55B0992}" type="presParOf" srcId="{CFEF7930-5423-43E4-9D85-12E9ADF7BF13}" destId="{84C572BE-10B2-4656-8501-7D5B083BBF29}" srcOrd="0" destOrd="0" presId="urn:microsoft.com/office/officeart/2008/layout/LinedList"/>
    <dgm:cxn modelId="{A759EFC8-32D3-4A67-ACD7-F31359B5BA9D}" type="presParOf" srcId="{CFEF7930-5423-43E4-9D85-12E9ADF7BF13}" destId="{F608B20A-1C0D-4526-978E-CE4F115A0FA9}" srcOrd="1" destOrd="0" presId="urn:microsoft.com/office/officeart/2008/layout/LinedList"/>
    <dgm:cxn modelId="{87292B46-118C-4C43-A821-1700412B1495}" type="presParOf" srcId="{6C4EA284-CA78-48F0-8387-57D7AB26A27E}" destId="{B458711E-9A09-4B93-B221-127570948C62}" srcOrd="2" destOrd="0" presId="urn:microsoft.com/office/officeart/2008/layout/LinedList"/>
    <dgm:cxn modelId="{3654DB8C-3723-43BB-BA01-B337158A2A25}" type="presParOf" srcId="{6C4EA284-CA78-48F0-8387-57D7AB26A27E}" destId="{2AA2DE57-113E-43D5-B64A-933C23AD8FFB}" srcOrd="3" destOrd="0" presId="urn:microsoft.com/office/officeart/2008/layout/LinedList"/>
    <dgm:cxn modelId="{899D327D-0002-4E4F-97E9-81700C0CA041}" type="presParOf" srcId="{2AA2DE57-113E-43D5-B64A-933C23AD8FFB}" destId="{785A35E7-5F30-4226-9F87-8A2FC2B3C836}" srcOrd="0" destOrd="0" presId="urn:microsoft.com/office/officeart/2008/layout/LinedList"/>
    <dgm:cxn modelId="{3FF737FF-0C8E-422F-8DF1-E546F7C3DA62}" type="presParOf" srcId="{2AA2DE57-113E-43D5-B64A-933C23AD8FFB}" destId="{81935807-C1F7-48B1-919C-6141C26F37D2}" srcOrd="1" destOrd="0" presId="urn:microsoft.com/office/officeart/2008/layout/LinedList"/>
    <dgm:cxn modelId="{A8BDAEC8-BA79-48C7-87EE-0C746E1FCFE5}" type="presParOf" srcId="{6C4EA284-CA78-48F0-8387-57D7AB26A27E}" destId="{F9B5AE61-2B1D-4B5E-BD52-36CFE82ADD89}" srcOrd="4" destOrd="0" presId="urn:microsoft.com/office/officeart/2008/layout/LinedList"/>
    <dgm:cxn modelId="{0E530C55-0C60-4E0A-B88E-CB78F317A560}" type="presParOf" srcId="{6C4EA284-CA78-48F0-8387-57D7AB26A27E}" destId="{0A332E45-191F-464C-A4C9-A2A13C72A359}" srcOrd="5" destOrd="0" presId="urn:microsoft.com/office/officeart/2008/layout/LinedList"/>
    <dgm:cxn modelId="{839E0227-979E-471E-A0F1-799CBE4C25EE}" type="presParOf" srcId="{0A332E45-191F-464C-A4C9-A2A13C72A359}" destId="{A73B63AF-02DC-415C-B4E5-705565569F7E}" srcOrd="0" destOrd="0" presId="urn:microsoft.com/office/officeart/2008/layout/LinedList"/>
    <dgm:cxn modelId="{E8C21F79-B226-4975-A62E-342931A80A4E}" type="presParOf" srcId="{0A332E45-191F-464C-A4C9-A2A13C72A359}" destId="{F3345042-AF05-4B6A-AAB2-348DE5C9DB1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55C64-F49A-45F4-8791-4ED46031868C}" type="doc">
      <dgm:prSet loTypeId="urn:microsoft.com/office/officeart/2008/layout/LinedList" loCatId="list" qsTypeId="urn:microsoft.com/office/officeart/2005/8/quickstyle/simple2" qsCatId="simple" csTypeId="urn:microsoft.com/office/officeart/2005/8/colors/accent4_1" csCatId="accent4"/>
      <dgm:spPr/>
      <dgm:t>
        <a:bodyPr/>
        <a:lstStyle/>
        <a:p>
          <a:endParaRPr lang="en-US"/>
        </a:p>
      </dgm:t>
    </dgm:pt>
    <dgm:pt modelId="{D4BA7E4A-BDA0-4CF1-AEA0-65BA5C72E5A1}">
      <dgm:prSet/>
      <dgm:spPr/>
      <dgm:t>
        <a:bodyPr/>
        <a:lstStyle/>
        <a:p>
          <a:r>
            <a:rPr lang="en-US" dirty="0"/>
            <a:t>Adobe Suite</a:t>
          </a:r>
        </a:p>
      </dgm:t>
    </dgm:pt>
    <dgm:pt modelId="{BD263B0A-1F22-4896-8262-3FDA5E416933}" type="parTrans" cxnId="{28436AE7-BA57-4CA1-B98E-EB4C5E34ABB9}">
      <dgm:prSet/>
      <dgm:spPr/>
      <dgm:t>
        <a:bodyPr/>
        <a:lstStyle/>
        <a:p>
          <a:endParaRPr lang="en-US"/>
        </a:p>
      </dgm:t>
    </dgm:pt>
    <dgm:pt modelId="{6603BBCE-DE76-485A-B08D-C3D69CCFEAB6}" type="sibTrans" cxnId="{28436AE7-BA57-4CA1-B98E-EB4C5E34ABB9}">
      <dgm:prSet/>
      <dgm:spPr/>
      <dgm:t>
        <a:bodyPr/>
        <a:lstStyle/>
        <a:p>
          <a:endParaRPr lang="en-US"/>
        </a:p>
      </dgm:t>
    </dgm:pt>
    <dgm:pt modelId="{BFC45C8A-60D3-4BCE-9CEC-F8B1FE305104}">
      <dgm:prSet/>
      <dgm:spPr/>
      <dgm:t>
        <a:bodyPr/>
        <a:lstStyle/>
        <a:p>
          <a:r>
            <a:rPr lang="en-US" dirty="0"/>
            <a:t>Canva</a:t>
          </a:r>
        </a:p>
      </dgm:t>
    </dgm:pt>
    <dgm:pt modelId="{B26091F3-4838-4ADE-9E54-3D9D97864A13}" type="parTrans" cxnId="{827AA402-0D14-482F-826F-4D86BDC9D07D}">
      <dgm:prSet/>
      <dgm:spPr/>
      <dgm:t>
        <a:bodyPr/>
        <a:lstStyle/>
        <a:p>
          <a:endParaRPr lang="en-US"/>
        </a:p>
      </dgm:t>
    </dgm:pt>
    <dgm:pt modelId="{FDF15C69-A67D-4A38-9A94-8A8A8AAD3C92}" type="sibTrans" cxnId="{827AA402-0D14-482F-826F-4D86BDC9D07D}">
      <dgm:prSet/>
      <dgm:spPr/>
      <dgm:t>
        <a:bodyPr/>
        <a:lstStyle/>
        <a:p>
          <a:endParaRPr lang="en-US"/>
        </a:p>
      </dgm:t>
    </dgm:pt>
    <dgm:pt modelId="{82D76E08-1E1C-4BD2-9200-073BB6F1EF41}">
      <dgm:prSet/>
      <dgm:spPr/>
      <dgm:t>
        <a:bodyPr/>
        <a:lstStyle/>
        <a:p>
          <a:r>
            <a:rPr lang="en-US" dirty="0"/>
            <a:t>Online tools (10015.io, </a:t>
          </a:r>
          <a:r>
            <a:rPr lang="en-US" dirty="0" err="1"/>
            <a:t>TinyWow</a:t>
          </a:r>
          <a:r>
            <a:rPr lang="en-US" dirty="0"/>
            <a:t>, </a:t>
          </a:r>
          <a:r>
            <a:rPr lang="en-US" dirty="0" err="1"/>
            <a:t>PineTools</a:t>
          </a:r>
          <a:r>
            <a:rPr lang="en-US" dirty="0"/>
            <a:t>, etc.)</a:t>
          </a:r>
        </a:p>
      </dgm:t>
    </dgm:pt>
    <dgm:pt modelId="{D1BF826E-05CE-479C-9FCE-8DF672624BE5}" type="parTrans" cxnId="{91CACF22-7211-4BDD-9AE6-990A6028D4AE}">
      <dgm:prSet/>
      <dgm:spPr/>
      <dgm:t>
        <a:bodyPr/>
        <a:lstStyle/>
        <a:p>
          <a:endParaRPr lang="en-US"/>
        </a:p>
      </dgm:t>
    </dgm:pt>
    <dgm:pt modelId="{AFA664A7-AF83-4EAF-9C27-688FD06604D6}" type="sibTrans" cxnId="{91CACF22-7211-4BDD-9AE6-990A6028D4AE}">
      <dgm:prSet/>
      <dgm:spPr/>
      <dgm:t>
        <a:bodyPr/>
        <a:lstStyle/>
        <a:p>
          <a:endParaRPr lang="en-US"/>
        </a:p>
      </dgm:t>
    </dgm:pt>
    <dgm:pt modelId="{4FD5DE86-B8AE-4362-B9CE-4583141D05FA}" type="pres">
      <dgm:prSet presAssocID="{71655C64-F49A-45F4-8791-4ED46031868C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43F02F6-BD5C-466A-864E-4EECADB55C4B}" type="pres">
      <dgm:prSet presAssocID="{D4BA7E4A-BDA0-4CF1-AEA0-65BA5C72E5A1}" presName="thickLine" presStyleLbl="alignNode1" presStyleIdx="0" presStyleCnt="3"/>
      <dgm:spPr/>
    </dgm:pt>
    <dgm:pt modelId="{61EA3F54-0E6C-4697-BBCE-92039FEAA65D}" type="pres">
      <dgm:prSet presAssocID="{D4BA7E4A-BDA0-4CF1-AEA0-65BA5C72E5A1}" presName="horz1" presStyleCnt="0"/>
      <dgm:spPr/>
    </dgm:pt>
    <dgm:pt modelId="{BF6276E4-F422-457A-8B82-C0CD6FD16BCD}" type="pres">
      <dgm:prSet presAssocID="{D4BA7E4A-BDA0-4CF1-AEA0-65BA5C72E5A1}" presName="tx1" presStyleLbl="revTx" presStyleIdx="0" presStyleCnt="3"/>
      <dgm:spPr/>
      <dgm:t>
        <a:bodyPr/>
        <a:lstStyle/>
        <a:p>
          <a:endParaRPr lang="en-US"/>
        </a:p>
      </dgm:t>
    </dgm:pt>
    <dgm:pt modelId="{B5CBD20E-D600-48C1-AE7E-03E8AA27A158}" type="pres">
      <dgm:prSet presAssocID="{D4BA7E4A-BDA0-4CF1-AEA0-65BA5C72E5A1}" presName="vert1" presStyleCnt="0"/>
      <dgm:spPr/>
    </dgm:pt>
    <dgm:pt modelId="{D1FECA86-D24B-4F25-A6E0-D05220220705}" type="pres">
      <dgm:prSet presAssocID="{BFC45C8A-60D3-4BCE-9CEC-F8B1FE305104}" presName="thickLine" presStyleLbl="alignNode1" presStyleIdx="1" presStyleCnt="3"/>
      <dgm:spPr/>
    </dgm:pt>
    <dgm:pt modelId="{9DC6C569-0059-4728-BE26-47DAECC08E4D}" type="pres">
      <dgm:prSet presAssocID="{BFC45C8A-60D3-4BCE-9CEC-F8B1FE305104}" presName="horz1" presStyleCnt="0"/>
      <dgm:spPr/>
    </dgm:pt>
    <dgm:pt modelId="{01BFE27F-A18A-4166-82FC-2490AEB1A412}" type="pres">
      <dgm:prSet presAssocID="{BFC45C8A-60D3-4BCE-9CEC-F8B1FE305104}" presName="tx1" presStyleLbl="revTx" presStyleIdx="1" presStyleCnt="3"/>
      <dgm:spPr/>
      <dgm:t>
        <a:bodyPr/>
        <a:lstStyle/>
        <a:p>
          <a:endParaRPr lang="en-US"/>
        </a:p>
      </dgm:t>
    </dgm:pt>
    <dgm:pt modelId="{1C6B0F3B-F66F-40E9-9179-A5645FE829D2}" type="pres">
      <dgm:prSet presAssocID="{BFC45C8A-60D3-4BCE-9CEC-F8B1FE305104}" presName="vert1" presStyleCnt="0"/>
      <dgm:spPr/>
    </dgm:pt>
    <dgm:pt modelId="{C6E35411-C605-4614-8949-EBD34A40EAD0}" type="pres">
      <dgm:prSet presAssocID="{82D76E08-1E1C-4BD2-9200-073BB6F1EF41}" presName="thickLine" presStyleLbl="alignNode1" presStyleIdx="2" presStyleCnt="3"/>
      <dgm:spPr/>
    </dgm:pt>
    <dgm:pt modelId="{29544E6A-F2A9-418B-BE90-830D25F24217}" type="pres">
      <dgm:prSet presAssocID="{82D76E08-1E1C-4BD2-9200-073BB6F1EF41}" presName="horz1" presStyleCnt="0"/>
      <dgm:spPr/>
    </dgm:pt>
    <dgm:pt modelId="{F7F8859D-10CD-43AA-8E52-ACC082595F4E}" type="pres">
      <dgm:prSet presAssocID="{82D76E08-1E1C-4BD2-9200-073BB6F1EF41}" presName="tx1" presStyleLbl="revTx" presStyleIdx="2" presStyleCnt="3"/>
      <dgm:spPr/>
      <dgm:t>
        <a:bodyPr/>
        <a:lstStyle/>
        <a:p>
          <a:endParaRPr lang="en-US"/>
        </a:p>
      </dgm:t>
    </dgm:pt>
    <dgm:pt modelId="{D933CF15-6125-422D-B2FD-3AA98BFB6B80}" type="pres">
      <dgm:prSet presAssocID="{82D76E08-1E1C-4BD2-9200-073BB6F1EF41}" presName="vert1" presStyleCnt="0"/>
      <dgm:spPr/>
    </dgm:pt>
  </dgm:ptLst>
  <dgm:cxnLst>
    <dgm:cxn modelId="{27BA9C35-DC87-4B7A-B7CA-2437943BD1B5}" type="presOf" srcId="{BFC45C8A-60D3-4BCE-9CEC-F8B1FE305104}" destId="{01BFE27F-A18A-4166-82FC-2490AEB1A412}" srcOrd="0" destOrd="0" presId="urn:microsoft.com/office/officeart/2008/layout/LinedList"/>
    <dgm:cxn modelId="{E32A1B1C-C79B-421A-B6E1-D7E1724DC27D}" type="presOf" srcId="{82D76E08-1E1C-4BD2-9200-073BB6F1EF41}" destId="{F7F8859D-10CD-43AA-8E52-ACC082595F4E}" srcOrd="0" destOrd="0" presId="urn:microsoft.com/office/officeart/2008/layout/LinedList"/>
    <dgm:cxn modelId="{28436AE7-BA57-4CA1-B98E-EB4C5E34ABB9}" srcId="{71655C64-F49A-45F4-8791-4ED46031868C}" destId="{D4BA7E4A-BDA0-4CF1-AEA0-65BA5C72E5A1}" srcOrd="0" destOrd="0" parTransId="{BD263B0A-1F22-4896-8262-3FDA5E416933}" sibTransId="{6603BBCE-DE76-485A-B08D-C3D69CCFEAB6}"/>
    <dgm:cxn modelId="{827AA402-0D14-482F-826F-4D86BDC9D07D}" srcId="{71655C64-F49A-45F4-8791-4ED46031868C}" destId="{BFC45C8A-60D3-4BCE-9CEC-F8B1FE305104}" srcOrd="1" destOrd="0" parTransId="{B26091F3-4838-4ADE-9E54-3D9D97864A13}" sibTransId="{FDF15C69-A67D-4A38-9A94-8A8A8AAD3C92}"/>
    <dgm:cxn modelId="{DD4B4FC1-DF05-4181-AD45-1EC86B5B2E8B}" type="presOf" srcId="{D4BA7E4A-BDA0-4CF1-AEA0-65BA5C72E5A1}" destId="{BF6276E4-F422-457A-8B82-C0CD6FD16BCD}" srcOrd="0" destOrd="0" presId="urn:microsoft.com/office/officeart/2008/layout/LinedList"/>
    <dgm:cxn modelId="{99B0330E-8A5D-4BD2-8165-2425C1BC9933}" type="presOf" srcId="{71655C64-F49A-45F4-8791-4ED46031868C}" destId="{4FD5DE86-B8AE-4362-B9CE-4583141D05FA}" srcOrd="0" destOrd="0" presId="urn:microsoft.com/office/officeart/2008/layout/LinedList"/>
    <dgm:cxn modelId="{91CACF22-7211-4BDD-9AE6-990A6028D4AE}" srcId="{71655C64-F49A-45F4-8791-4ED46031868C}" destId="{82D76E08-1E1C-4BD2-9200-073BB6F1EF41}" srcOrd="2" destOrd="0" parTransId="{D1BF826E-05CE-479C-9FCE-8DF672624BE5}" sibTransId="{AFA664A7-AF83-4EAF-9C27-688FD06604D6}"/>
    <dgm:cxn modelId="{16439E0F-8962-4672-BCE7-1CF5D46031BF}" type="presParOf" srcId="{4FD5DE86-B8AE-4362-B9CE-4583141D05FA}" destId="{343F02F6-BD5C-466A-864E-4EECADB55C4B}" srcOrd="0" destOrd="0" presId="urn:microsoft.com/office/officeart/2008/layout/LinedList"/>
    <dgm:cxn modelId="{AB4D7553-89AC-4885-9531-1D6A04DBA700}" type="presParOf" srcId="{4FD5DE86-B8AE-4362-B9CE-4583141D05FA}" destId="{61EA3F54-0E6C-4697-BBCE-92039FEAA65D}" srcOrd="1" destOrd="0" presId="urn:microsoft.com/office/officeart/2008/layout/LinedList"/>
    <dgm:cxn modelId="{257957EF-AC31-46A2-A3D1-BCC5BFCF5E22}" type="presParOf" srcId="{61EA3F54-0E6C-4697-BBCE-92039FEAA65D}" destId="{BF6276E4-F422-457A-8B82-C0CD6FD16BCD}" srcOrd="0" destOrd="0" presId="urn:microsoft.com/office/officeart/2008/layout/LinedList"/>
    <dgm:cxn modelId="{4C63B441-C45A-4472-9194-E6083A0D5950}" type="presParOf" srcId="{61EA3F54-0E6C-4697-BBCE-92039FEAA65D}" destId="{B5CBD20E-D600-48C1-AE7E-03E8AA27A158}" srcOrd="1" destOrd="0" presId="urn:microsoft.com/office/officeart/2008/layout/LinedList"/>
    <dgm:cxn modelId="{7DE59DD0-004B-42ED-9683-5328AE6DF3C8}" type="presParOf" srcId="{4FD5DE86-B8AE-4362-B9CE-4583141D05FA}" destId="{D1FECA86-D24B-4F25-A6E0-D05220220705}" srcOrd="2" destOrd="0" presId="urn:microsoft.com/office/officeart/2008/layout/LinedList"/>
    <dgm:cxn modelId="{436FEB08-9D8D-4134-B42E-B619D4E3111D}" type="presParOf" srcId="{4FD5DE86-B8AE-4362-B9CE-4583141D05FA}" destId="{9DC6C569-0059-4728-BE26-47DAECC08E4D}" srcOrd="3" destOrd="0" presId="urn:microsoft.com/office/officeart/2008/layout/LinedList"/>
    <dgm:cxn modelId="{0089F580-5AD8-4358-A671-5CDE2632F01E}" type="presParOf" srcId="{9DC6C569-0059-4728-BE26-47DAECC08E4D}" destId="{01BFE27F-A18A-4166-82FC-2490AEB1A412}" srcOrd="0" destOrd="0" presId="urn:microsoft.com/office/officeart/2008/layout/LinedList"/>
    <dgm:cxn modelId="{F10DF180-3FC2-4AFA-AFF2-F778E6F661D1}" type="presParOf" srcId="{9DC6C569-0059-4728-BE26-47DAECC08E4D}" destId="{1C6B0F3B-F66F-40E9-9179-A5645FE829D2}" srcOrd="1" destOrd="0" presId="urn:microsoft.com/office/officeart/2008/layout/LinedList"/>
    <dgm:cxn modelId="{1053D51A-04E0-4CB4-B78B-3AEC0D1AE23C}" type="presParOf" srcId="{4FD5DE86-B8AE-4362-B9CE-4583141D05FA}" destId="{C6E35411-C605-4614-8949-EBD34A40EAD0}" srcOrd="4" destOrd="0" presId="urn:microsoft.com/office/officeart/2008/layout/LinedList"/>
    <dgm:cxn modelId="{04C1C10D-57DA-4D94-ADC0-6F2DFF0F4AA6}" type="presParOf" srcId="{4FD5DE86-B8AE-4362-B9CE-4583141D05FA}" destId="{29544E6A-F2A9-418B-BE90-830D25F24217}" srcOrd="5" destOrd="0" presId="urn:microsoft.com/office/officeart/2008/layout/LinedList"/>
    <dgm:cxn modelId="{AF0CBBF2-0F6C-4FDA-AA07-DF38B5E087EE}" type="presParOf" srcId="{29544E6A-F2A9-418B-BE90-830D25F24217}" destId="{F7F8859D-10CD-43AA-8E52-ACC082595F4E}" srcOrd="0" destOrd="0" presId="urn:microsoft.com/office/officeart/2008/layout/LinedList"/>
    <dgm:cxn modelId="{96633EA4-AF2D-4F8B-84D8-E84747D60D33}" type="presParOf" srcId="{29544E6A-F2A9-418B-BE90-830D25F24217}" destId="{D933CF15-6125-422D-B2FD-3AA98BFB6B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2DE99B-0EDD-45AA-83B2-51F55BA5C24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185C4454-2586-48CB-BE13-394A0FDC81D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Separate navbar.html</a:t>
          </a:r>
        </a:p>
      </dgm:t>
    </dgm:pt>
    <dgm:pt modelId="{8F3C1485-AED6-43A3-B8BE-83BBDCB4A005}" type="parTrans" cxnId="{9DD52ACE-7F2C-4C60-B66C-F1FD8FD04B71}">
      <dgm:prSet/>
      <dgm:spPr/>
      <dgm:t>
        <a:bodyPr/>
        <a:lstStyle/>
        <a:p>
          <a:endParaRPr lang="en-US"/>
        </a:p>
      </dgm:t>
    </dgm:pt>
    <dgm:pt modelId="{73103902-3420-47F7-823E-D7C8B0FF798E}" type="sibTrans" cxnId="{9DD52ACE-7F2C-4C60-B66C-F1FD8FD04B71}">
      <dgm:prSet/>
      <dgm:spPr/>
      <dgm:t>
        <a:bodyPr/>
        <a:lstStyle/>
        <a:p>
          <a:endParaRPr lang="en-US"/>
        </a:p>
      </dgm:t>
    </dgm:pt>
    <dgm:pt modelId="{50845C7A-C402-4AA4-B16D-BEBCDC7371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Rigid File Structure</a:t>
          </a:r>
        </a:p>
      </dgm:t>
    </dgm:pt>
    <dgm:pt modelId="{DDEBC827-4974-4637-B441-1F28593A2E32}" type="parTrans" cxnId="{0D74D5AD-9A50-4F8A-86A3-2F380D05619A}">
      <dgm:prSet/>
      <dgm:spPr/>
      <dgm:t>
        <a:bodyPr/>
        <a:lstStyle/>
        <a:p>
          <a:endParaRPr lang="en-US"/>
        </a:p>
      </dgm:t>
    </dgm:pt>
    <dgm:pt modelId="{F51B0D8F-24EC-4D1E-8B01-5CA2FA2AF062}" type="sibTrans" cxnId="{0D74D5AD-9A50-4F8A-86A3-2F380D05619A}">
      <dgm:prSet/>
      <dgm:spPr/>
      <dgm:t>
        <a:bodyPr/>
        <a:lstStyle/>
        <a:p>
          <a:endParaRPr lang="en-US"/>
        </a:p>
      </dgm:t>
    </dgm:pt>
    <dgm:pt modelId="{A6ED3E8F-8701-4183-ACBA-D5131A41F7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Separate files for tools</a:t>
          </a:r>
        </a:p>
      </dgm:t>
    </dgm:pt>
    <dgm:pt modelId="{781CED5E-4435-4D9A-B9AF-36AE124006C5}" type="parTrans" cxnId="{341C8863-BC90-462A-B01B-295766A2768B}">
      <dgm:prSet/>
      <dgm:spPr/>
      <dgm:t>
        <a:bodyPr/>
        <a:lstStyle/>
        <a:p>
          <a:endParaRPr lang="en-US"/>
        </a:p>
      </dgm:t>
    </dgm:pt>
    <dgm:pt modelId="{F083A90C-E90C-45F0-A33D-52A795F54CED}" type="sibTrans" cxnId="{341C8863-BC90-462A-B01B-295766A2768B}">
      <dgm:prSet/>
      <dgm:spPr/>
      <dgm:t>
        <a:bodyPr/>
        <a:lstStyle/>
        <a:p>
          <a:endParaRPr lang="en-US"/>
        </a:p>
      </dgm:t>
    </dgm:pt>
    <dgm:pt modelId="{E95989AB-8A2F-427D-B2BF-D8F1C2AF789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Separate html, js, and css for all tools</a:t>
          </a:r>
        </a:p>
      </dgm:t>
    </dgm:pt>
    <dgm:pt modelId="{B2FC7CDF-5157-40D0-A2CC-62583CD077F6}" type="parTrans" cxnId="{71969404-AD69-461D-93BB-4645BC729584}">
      <dgm:prSet/>
      <dgm:spPr/>
      <dgm:t>
        <a:bodyPr/>
        <a:lstStyle/>
        <a:p>
          <a:endParaRPr lang="en-US"/>
        </a:p>
      </dgm:t>
    </dgm:pt>
    <dgm:pt modelId="{A8FC81F1-60C3-4541-9940-A97BDC37BE64}" type="sibTrans" cxnId="{71969404-AD69-461D-93BB-4645BC729584}">
      <dgm:prSet/>
      <dgm:spPr/>
      <dgm:t>
        <a:bodyPr/>
        <a:lstStyle/>
        <a:p>
          <a:endParaRPr lang="en-US"/>
        </a:p>
      </dgm:t>
    </dgm:pt>
    <dgm:pt modelId="{63529658-AF1C-4476-9FAB-E9EE03C960F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Global css and js + night mode</a:t>
          </a:r>
        </a:p>
      </dgm:t>
    </dgm:pt>
    <dgm:pt modelId="{A365C265-35D5-480D-82A0-F3A2BECFCD82}" type="parTrans" cxnId="{0C1A2494-FF4E-4660-85A2-3419F9C2B9CF}">
      <dgm:prSet/>
      <dgm:spPr/>
      <dgm:t>
        <a:bodyPr/>
        <a:lstStyle/>
        <a:p>
          <a:endParaRPr lang="en-US"/>
        </a:p>
      </dgm:t>
    </dgm:pt>
    <dgm:pt modelId="{2ECE013E-9044-4C1E-B6DD-8759B2467D56}" type="sibTrans" cxnId="{0C1A2494-FF4E-4660-85A2-3419F9C2B9CF}">
      <dgm:prSet/>
      <dgm:spPr/>
      <dgm:t>
        <a:bodyPr/>
        <a:lstStyle/>
        <a:p>
          <a:endParaRPr lang="en-US"/>
        </a:p>
      </dgm:t>
    </dgm:pt>
    <dgm:pt modelId="{476DA16E-7AB5-4C41-9084-B6E6AB34992C}" type="pres">
      <dgm:prSet presAssocID="{C42DE99B-0EDD-45AA-83B2-51F55BA5C24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9670A1-8549-486E-A5B0-9FB5AD94D612}" type="pres">
      <dgm:prSet presAssocID="{185C4454-2586-48CB-BE13-394A0FDC81D8}" presName="compNode" presStyleCnt="0"/>
      <dgm:spPr/>
    </dgm:pt>
    <dgm:pt modelId="{2B8A98B4-F64E-48F3-8BAE-7930DEC5504D}" type="pres">
      <dgm:prSet presAssocID="{185C4454-2586-48CB-BE13-394A0FDC81D8}" presName="iconBgRect" presStyleLbl="bgShp" presStyleIdx="0" presStyleCnt="5"/>
      <dgm:spPr/>
    </dgm:pt>
    <dgm:pt modelId="{836F43A0-ACED-4C4C-834B-FDC55238D5A6}" type="pres">
      <dgm:prSet presAssocID="{185C4454-2586-48CB-BE13-394A0FDC81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orkInRoad"/>
        </a:ext>
      </dgm:extLst>
    </dgm:pt>
    <dgm:pt modelId="{34D0AD85-645B-4A92-9720-C606FA3CD9F6}" type="pres">
      <dgm:prSet presAssocID="{185C4454-2586-48CB-BE13-394A0FDC81D8}" presName="spaceRect" presStyleCnt="0"/>
      <dgm:spPr/>
    </dgm:pt>
    <dgm:pt modelId="{A0EDA0A5-B6BB-44C5-BC98-4E5B6C932531}" type="pres">
      <dgm:prSet presAssocID="{185C4454-2586-48CB-BE13-394A0FDC81D8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144EFFE-5A26-446A-8507-BA45DC93155F}" type="pres">
      <dgm:prSet presAssocID="{73103902-3420-47F7-823E-D7C8B0FF798E}" presName="sibTrans" presStyleCnt="0"/>
      <dgm:spPr/>
    </dgm:pt>
    <dgm:pt modelId="{4A9C290A-6A5A-4594-9E6D-72E185A1FAC6}" type="pres">
      <dgm:prSet presAssocID="{50845C7A-C402-4AA4-B16D-BEBCDC737110}" presName="compNode" presStyleCnt="0"/>
      <dgm:spPr/>
    </dgm:pt>
    <dgm:pt modelId="{5120D2F6-BDD3-4B1D-ABFE-D4A451815FE8}" type="pres">
      <dgm:prSet presAssocID="{50845C7A-C402-4AA4-B16D-BEBCDC737110}" presName="iconBgRect" presStyleLbl="bgShp" presStyleIdx="1" presStyleCnt="5"/>
      <dgm:spPr/>
    </dgm:pt>
    <dgm:pt modelId="{061137EC-C773-4F58-A026-1A7DE09008CD}" type="pres">
      <dgm:prSet presAssocID="{50845C7A-C402-4AA4-B16D-BEBCDC737110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5A3B291-7D1A-4D5D-8FFB-B2803D4630D6}" type="pres">
      <dgm:prSet presAssocID="{50845C7A-C402-4AA4-B16D-BEBCDC737110}" presName="spaceRect" presStyleCnt="0"/>
      <dgm:spPr/>
    </dgm:pt>
    <dgm:pt modelId="{BF81B911-D114-4F7B-80C1-A98F86A81C82}" type="pres">
      <dgm:prSet presAssocID="{50845C7A-C402-4AA4-B16D-BEBCDC737110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2342B04-522D-4900-A2E4-CF990BA0B24F}" type="pres">
      <dgm:prSet presAssocID="{F51B0D8F-24EC-4D1E-8B01-5CA2FA2AF062}" presName="sibTrans" presStyleCnt="0"/>
      <dgm:spPr/>
    </dgm:pt>
    <dgm:pt modelId="{15FEBFD8-7C5F-46DF-9094-D3051AECC7AA}" type="pres">
      <dgm:prSet presAssocID="{A6ED3E8F-8701-4183-ACBA-D5131A41F775}" presName="compNode" presStyleCnt="0"/>
      <dgm:spPr/>
    </dgm:pt>
    <dgm:pt modelId="{3F4160DD-78A9-4017-891D-E8ADFE3E6370}" type="pres">
      <dgm:prSet presAssocID="{A6ED3E8F-8701-4183-ACBA-D5131A41F775}" presName="iconBgRect" presStyleLbl="bgShp" presStyleIdx="2" presStyleCnt="5"/>
      <dgm:spPr/>
    </dgm:pt>
    <dgm:pt modelId="{8F7880A8-30CE-4F1A-985A-38279423E6A4}" type="pres">
      <dgm:prSet presAssocID="{A6ED3E8F-8701-4183-ACBA-D5131A41F7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F809A15-B541-45CC-8F48-202040A4EB6E}" type="pres">
      <dgm:prSet presAssocID="{A6ED3E8F-8701-4183-ACBA-D5131A41F775}" presName="spaceRect" presStyleCnt="0"/>
      <dgm:spPr/>
    </dgm:pt>
    <dgm:pt modelId="{5C84E596-003A-459A-951C-20AF1D5DC594}" type="pres">
      <dgm:prSet presAssocID="{A6ED3E8F-8701-4183-ACBA-D5131A41F775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53E8CD2-74FC-4519-9A36-D377F146FC88}" type="pres">
      <dgm:prSet presAssocID="{F083A90C-E90C-45F0-A33D-52A795F54CED}" presName="sibTrans" presStyleCnt="0"/>
      <dgm:spPr/>
    </dgm:pt>
    <dgm:pt modelId="{6D63B5EB-B121-4AF5-AE3C-77A906DC4341}" type="pres">
      <dgm:prSet presAssocID="{E95989AB-8A2F-427D-B2BF-D8F1C2AF789B}" presName="compNode" presStyleCnt="0"/>
      <dgm:spPr/>
    </dgm:pt>
    <dgm:pt modelId="{849B7EA7-8336-445B-AC69-14601C72FD8A}" type="pres">
      <dgm:prSet presAssocID="{E95989AB-8A2F-427D-B2BF-D8F1C2AF789B}" presName="iconBgRect" presStyleLbl="bgShp" presStyleIdx="3" presStyleCnt="5"/>
      <dgm:spPr/>
    </dgm:pt>
    <dgm:pt modelId="{DF4527F3-EA79-48C6-8A64-B41EB1281A62}" type="pres">
      <dgm:prSet presAssocID="{E95989AB-8A2F-427D-B2BF-D8F1C2AF78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6401109-F6F1-45CE-81D7-5DC8E9A58C27}" type="pres">
      <dgm:prSet presAssocID="{E95989AB-8A2F-427D-B2BF-D8F1C2AF789B}" presName="spaceRect" presStyleCnt="0"/>
      <dgm:spPr/>
    </dgm:pt>
    <dgm:pt modelId="{08EB19BF-52E0-4678-B950-1BF2402F2541}" type="pres">
      <dgm:prSet presAssocID="{E95989AB-8A2F-427D-B2BF-D8F1C2AF789B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67D7645-C1CE-49BE-BE26-4E334BC8D100}" type="pres">
      <dgm:prSet presAssocID="{A8FC81F1-60C3-4541-9940-A97BDC37BE64}" presName="sibTrans" presStyleCnt="0"/>
      <dgm:spPr/>
    </dgm:pt>
    <dgm:pt modelId="{FB447C03-E76F-4316-B8BD-5D495E988554}" type="pres">
      <dgm:prSet presAssocID="{63529658-AF1C-4476-9FAB-E9EE03C960F2}" presName="compNode" presStyleCnt="0"/>
      <dgm:spPr/>
    </dgm:pt>
    <dgm:pt modelId="{B2A375AC-D990-40CF-AF5F-3214574ABF09}" type="pres">
      <dgm:prSet presAssocID="{63529658-AF1C-4476-9FAB-E9EE03C960F2}" presName="iconBgRect" presStyleLbl="bgShp" presStyleIdx="4" presStyleCnt="5"/>
      <dgm:spPr/>
    </dgm:pt>
    <dgm:pt modelId="{73ED2C03-2C44-4CE4-8659-287F6CC8DE5B}" type="pres">
      <dgm:prSet presAssocID="{63529658-AF1C-4476-9FAB-E9EE03C960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FD864B1-0F5A-4EA2-9B95-11EF98D54E0E}" type="pres">
      <dgm:prSet presAssocID="{63529658-AF1C-4476-9FAB-E9EE03C960F2}" presName="spaceRect" presStyleCnt="0"/>
      <dgm:spPr/>
    </dgm:pt>
    <dgm:pt modelId="{38310A52-AD71-4C45-B18B-D33A489FD8AD}" type="pres">
      <dgm:prSet presAssocID="{63529658-AF1C-4476-9FAB-E9EE03C960F2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EBA2B2-B14A-4A25-A1D3-D4AC01EED349}" type="presOf" srcId="{E95989AB-8A2F-427D-B2BF-D8F1C2AF789B}" destId="{08EB19BF-52E0-4678-B950-1BF2402F2541}" srcOrd="0" destOrd="0" presId="urn:microsoft.com/office/officeart/2018/5/layout/IconCircleLabelList"/>
    <dgm:cxn modelId="{368E01D4-8E18-4C32-B2B3-B05B65CA72A8}" type="presOf" srcId="{C42DE99B-0EDD-45AA-83B2-51F55BA5C24B}" destId="{476DA16E-7AB5-4C41-9084-B6E6AB34992C}" srcOrd="0" destOrd="0" presId="urn:microsoft.com/office/officeart/2018/5/layout/IconCircleLabelList"/>
    <dgm:cxn modelId="{71969404-AD69-461D-93BB-4645BC729584}" srcId="{C42DE99B-0EDD-45AA-83B2-51F55BA5C24B}" destId="{E95989AB-8A2F-427D-B2BF-D8F1C2AF789B}" srcOrd="3" destOrd="0" parTransId="{B2FC7CDF-5157-40D0-A2CC-62583CD077F6}" sibTransId="{A8FC81F1-60C3-4541-9940-A97BDC37BE64}"/>
    <dgm:cxn modelId="{6D384B79-FF98-45A1-8D82-1CF8BA0433FF}" type="presOf" srcId="{A6ED3E8F-8701-4183-ACBA-D5131A41F775}" destId="{5C84E596-003A-459A-951C-20AF1D5DC594}" srcOrd="0" destOrd="0" presId="urn:microsoft.com/office/officeart/2018/5/layout/IconCircleLabelList"/>
    <dgm:cxn modelId="{09D1FD38-E2D2-4B07-9772-FF6312532320}" type="presOf" srcId="{185C4454-2586-48CB-BE13-394A0FDC81D8}" destId="{A0EDA0A5-B6BB-44C5-BC98-4E5B6C932531}" srcOrd="0" destOrd="0" presId="urn:microsoft.com/office/officeart/2018/5/layout/IconCircleLabelList"/>
    <dgm:cxn modelId="{9DD52ACE-7F2C-4C60-B66C-F1FD8FD04B71}" srcId="{C42DE99B-0EDD-45AA-83B2-51F55BA5C24B}" destId="{185C4454-2586-48CB-BE13-394A0FDC81D8}" srcOrd="0" destOrd="0" parTransId="{8F3C1485-AED6-43A3-B8BE-83BBDCB4A005}" sibTransId="{73103902-3420-47F7-823E-D7C8B0FF798E}"/>
    <dgm:cxn modelId="{96B11755-C925-4BDB-972B-A398CC759535}" type="presOf" srcId="{50845C7A-C402-4AA4-B16D-BEBCDC737110}" destId="{BF81B911-D114-4F7B-80C1-A98F86A81C82}" srcOrd="0" destOrd="0" presId="urn:microsoft.com/office/officeart/2018/5/layout/IconCircleLabelList"/>
    <dgm:cxn modelId="{0D74D5AD-9A50-4F8A-86A3-2F380D05619A}" srcId="{C42DE99B-0EDD-45AA-83B2-51F55BA5C24B}" destId="{50845C7A-C402-4AA4-B16D-BEBCDC737110}" srcOrd="1" destOrd="0" parTransId="{DDEBC827-4974-4637-B441-1F28593A2E32}" sibTransId="{F51B0D8F-24EC-4D1E-8B01-5CA2FA2AF062}"/>
    <dgm:cxn modelId="{07E10D1C-12EC-44BD-B5AD-8B1E3ABDD06D}" type="presOf" srcId="{63529658-AF1C-4476-9FAB-E9EE03C960F2}" destId="{38310A52-AD71-4C45-B18B-D33A489FD8AD}" srcOrd="0" destOrd="0" presId="urn:microsoft.com/office/officeart/2018/5/layout/IconCircleLabelList"/>
    <dgm:cxn modelId="{341C8863-BC90-462A-B01B-295766A2768B}" srcId="{C42DE99B-0EDD-45AA-83B2-51F55BA5C24B}" destId="{A6ED3E8F-8701-4183-ACBA-D5131A41F775}" srcOrd="2" destOrd="0" parTransId="{781CED5E-4435-4D9A-B9AF-36AE124006C5}" sibTransId="{F083A90C-E90C-45F0-A33D-52A795F54CED}"/>
    <dgm:cxn modelId="{0C1A2494-FF4E-4660-85A2-3419F9C2B9CF}" srcId="{C42DE99B-0EDD-45AA-83B2-51F55BA5C24B}" destId="{63529658-AF1C-4476-9FAB-E9EE03C960F2}" srcOrd="4" destOrd="0" parTransId="{A365C265-35D5-480D-82A0-F3A2BECFCD82}" sibTransId="{2ECE013E-9044-4C1E-B6DD-8759B2467D56}"/>
    <dgm:cxn modelId="{05AAE972-F7D8-4DEA-927E-167E6447D439}" type="presParOf" srcId="{476DA16E-7AB5-4C41-9084-B6E6AB34992C}" destId="{8B9670A1-8549-486E-A5B0-9FB5AD94D612}" srcOrd="0" destOrd="0" presId="urn:microsoft.com/office/officeart/2018/5/layout/IconCircleLabelList"/>
    <dgm:cxn modelId="{26AD5320-366A-4113-8AA4-0994211A499D}" type="presParOf" srcId="{8B9670A1-8549-486E-A5B0-9FB5AD94D612}" destId="{2B8A98B4-F64E-48F3-8BAE-7930DEC5504D}" srcOrd="0" destOrd="0" presId="urn:microsoft.com/office/officeart/2018/5/layout/IconCircleLabelList"/>
    <dgm:cxn modelId="{347F9359-2B09-43A3-A8DB-C84C591EF9B0}" type="presParOf" srcId="{8B9670A1-8549-486E-A5B0-9FB5AD94D612}" destId="{836F43A0-ACED-4C4C-834B-FDC55238D5A6}" srcOrd="1" destOrd="0" presId="urn:microsoft.com/office/officeart/2018/5/layout/IconCircleLabelList"/>
    <dgm:cxn modelId="{EB7B3E7A-5AE1-4FC0-A743-5C2598E41A07}" type="presParOf" srcId="{8B9670A1-8549-486E-A5B0-9FB5AD94D612}" destId="{34D0AD85-645B-4A92-9720-C606FA3CD9F6}" srcOrd="2" destOrd="0" presId="urn:microsoft.com/office/officeart/2018/5/layout/IconCircleLabelList"/>
    <dgm:cxn modelId="{09C2950C-AC8B-40CB-9C95-414AD4166F81}" type="presParOf" srcId="{8B9670A1-8549-486E-A5B0-9FB5AD94D612}" destId="{A0EDA0A5-B6BB-44C5-BC98-4E5B6C932531}" srcOrd="3" destOrd="0" presId="urn:microsoft.com/office/officeart/2018/5/layout/IconCircleLabelList"/>
    <dgm:cxn modelId="{650676E2-3688-4146-9861-203C5F9328ED}" type="presParOf" srcId="{476DA16E-7AB5-4C41-9084-B6E6AB34992C}" destId="{F144EFFE-5A26-446A-8507-BA45DC93155F}" srcOrd="1" destOrd="0" presId="urn:microsoft.com/office/officeart/2018/5/layout/IconCircleLabelList"/>
    <dgm:cxn modelId="{4B6A990F-5FB1-4DA4-85AE-97775A31CB71}" type="presParOf" srcId="{476DA16E-7AB5-4C41-9084-B6E6AB34992C}" destId="{4A9C290A-6A5A-4594-9E6D-72E185A1FAC6}" srcOrd="2" destOrd="0" presId="urn:microsoft.com/office/officeart/2018/5/layout/IconCircleLabelList"/>
    <dgm:cxn modelId="{5A512414-D3D3-44D3-934C-EA68ABBD1FCC}" type="presParOf" srcId="{4A9C290A-6A5A-4594-9E6D-72E185A1FAC6}" destId="{5120D2F6-BDD3-4B1D-ABFE-D4A451815FE8}" srcOrd="0" destOrd="0" presId="urn:microsoft.com/office/officeart/2018/5/layout/IconCircleLabelList"/>
    <dgm:cxn modelId="{A84D7161-E320-40B2-8340-41787462EADB}" type="presParOf" srcId="{4A9C290A-6A5A-4594-9E6D-72E185A1FAC6}" destId="{061137EC-C773-4F58-A026-1A7DE09008CD}" srcOrd="1" destOrd="0" presId="urn:microsoft.com/office/officeart/2018/5/layout/IconCircleLabelList"/>
    <dgm:cxn modelId="{AE8663A3-781D-47A2-A8F4-47F26FFFFEE7}" type="presParOf" srcId="{4A9C290A-6A5A-4594-9E6D-72E185A1FAC6}" destId="{25A3B291-7D1A-4D5D-8FFB-B2803D4630D6}" srcOrd="2" destOrd="0" presId="urn:microsoft.com/office/officeart/2018/5/layout/IconCircleLabelList"/>
    <dgm:cxn modelId="{73FC4214-156B-415E-98EA-4F329775FC31}" type="presParOf" srcId="{4A9C290A-6A5A-4594-9E6D-72E185A1FAC6}" destId="{BF81B911-D114-4F7B-80C1-A98F86A81C82}" srcOrd="3" destOrd="0" presId="urn:microsoft.com/office/officeart/2018/5/layout/IconCircleLabelList"/>
    <dgm:cxn modelId="{A8F85A08-702A-41DE-BCE3-4B317BC41B15}" type="presParOf" srcId="{476DA16E-7AB5-4C41-9084-B6E6AB34992C}" destId="{F2342B04-522D-4900-A2E4-CF990BA0B24F}" srcOrd="3" destOrd="0" presId="urn:microsoft.com/office/officeart/2018/5/layout/IconCircleLabelList"/>
    <dgm:cxn modelId="{35E9089B-4435-4BF6-95F2-9B0D60D18D27}" type="presParOf" srcId="{476DA16E-7AB5-4C41-9084-B6E6AB34992C}" destId="{15FEBFD8-7C5F-46DF-9094-D3051AECC7AA}" srcOrd="4" destOrd="0" presId="urn:microsoft.com/office/officeart/2018/5/layout/IconCircleLabelList"/>
    <dgm:cxn modelId="{79F91DE8-E61C-4073-AD4E-67112896EC71}" type="presParOf" srcId="{15FEBFD8-7C5F-46DF-9094-D3051AECC7AA}" destId="{3F4160DD-78A9-4017-891D-E8ADFE3E6370}" srcOrd="0" destOrd="0" presId="urn:microsoft.com/office/officeart/2018/5/layout/IconCircleLabelList"/>
    <dgm:cxn modelId="{6BA5E333-58EC-49A5-82E1-CFB9D930BF67}" type="presParOf" srcId="{15FEBFD8-7C5F-46DF-9094-D3051AECC7AA}" destId="{8F7880A8-30CE-4F1A-985A-38279423E6A4}" srcOrd="1" destOrd="0" presId="urn:microsoft.com/office/officeart/2018/5/layout/IconCircleLabelList"/>
    <dgm:cxn modelId="{2FC62CB5-81BC-40DC-8E7C-ED049E0109BD}" type="presParOf" srcId="{15FEBFD8-7C5F-46DF-9094-D3051AECC7AA}" destId="{4F809A15-B541-45CC-8F48-202040A4EB6E}" srcOrd="2" destOrd="0" presId="urn:microsoft.com/office/officeart/2018/5/layout/IconCircleLabelList"/>
    <dgm:cxn modelId="{B610D2E0-C27B-41FC-83B5-992845CA4085}" type="presParOf" srcId="{15FEBFD8-7C5F-46DF-9094-D3051AECC7AA}" destId="{5C84E596-003A-459A-951C-20AF1D5DC594}" srcOrd="3" destOrd="0" presId="urn:microsoft.com/office/officeart/2018/5/layout/IconCircleLabelList"/>
    <dgm:cxn modelId="{0E60C490-C8CD-4ACC-BECF-404EAD17E337}" type="presParOf" srcId="{476DA16E-7AB5-4C41-9084-B6E6AB34992C}" destId="{953E8CD2-74FC-4519-9A36-D377F146FC88}" srcOrd="5" destOrd="0" presId="urn:microsoft.com/office/officeart/2018/5/layout/IconCircleLabelList"/>
    <dgm:cxn modelId="{5BE61E53-D994-49E3-89C3-D86D9EC29677}" type="presParOf" srcId="{476DA16E-7AB5-4C41-9084-B6E6AB34992C}" destId="{6D63B5EB-B121-4AF5-AE3C-77A906DC4341}" srcOrd="6" destOrd="0" presId="urn:microsoft.com/office/officeart/2018/5/layout/IconCircleLabelList"/>
    <dgm:cxn modelId="{C1AB8574-211D-4B72-9D58-4582F2F0F6FC}" type="presParOf" srcId="{6D63B5EB-B121-4AF5-AE3C-77A906DC4341}" destId="{849B7EA7-8336-445B-AC69-14601C72FD8A}" srcOrd="0" destOrd="0" presId="urn:microsoft.com/office/officeart/2018/5/layout/IconCircleLabelList"/>
    <dgm:cxn modelId="{D1108279-0280-4E2E-8E09-213616694FC7}" type="presParOf" srcId="{6D63B5EB-B121-4AF5-AE3C-77A906DC4341}" destId="{DF4527F3-EA79-48C6-8A64-B41EB1281A62}" srcOrd="1" destOrd="0" presId="urn:microsoft.com/office/officeart/2018/5/layout/IconCircleLabelList"/>
    <dgm:cxn modelId="{8350E387-574F-4FD0-97F0-1D9C0CD8031E}" type="presParOf" srcId="{6D63B5EB-B121-4AF5-AE3C-77A906DC4341}" destId="{16401109-F6F1-45CE-81D7-5DC8E9A58C27}" srcOrd="2" destOrd="0" presId="urn:microsoft.com/office/officeart/2018/5/layout/IconCircleLabelList"/>
    <dgm:cxn modelId="{CA10EF67-F2FB-4C00-BFBD-8575EA711CB8}" type="presParOf" srcId="{6D63B5EB-B121-4AF5-AE3C-77A906DC4341}" destId="{08EB19BF-52E0-4678-B950-1BF2402F2541}" srcOrd="3" destOrd="0" presId="urn:microsoft.com/office/officeart/2018/5/layout/IconCircleLabelList"/>
    <dgm:cxn modelId="{0DAF982E-7211-4580-9CBE-FCD24BD5757C}" type="presParOf" srcId="{476DA16E-7AB5-4C41-9084-B6E6AB34992C}" destId="{767D7645-C1CE-49BE-BE26-4E334BC8D100}" srcOrd="7" destOrd="0" presId="urn:microsoft.com/office/officeart/2018/5/layout/IconCircleLabelList"/>
    <dgm:cxn modelId="{55E90236-0B97-4ED0-9F02-DC37AFA65B37}" type="presParOf" srcId="{476DA16E-7AB5-4C41-9084-B6E6AB34992C}" destId="{FB447C03-E76F-4316-B8BD-5D495E988554}" srcOrd="8" destOrd="0" presId="urn:microsoft.com/office/officeart/2018/5/layout/IconCircleLabelList"/>
    <dgm:cxn modelId="{9E9B12AA-A3B0-47A8-A3CF-77D7CC08C664}" type="presParOf" srcId="{FB447C03-E76F-4316-B8BD-5D495E988554}" destId="{B2A375AC-D990-40CF-AF5F-3214574ABF09}" srcOrd="0" destOrd="0" presId="urn:microsoft.com/office/officeart/2018/5/layout/IconCircleLabelList"/>
    <dgm:cxn modelId="{1740958F-F394-4719-AD1B-BD308CF24F1A}" type="presParOf" srcId="{FB447C03-E76F-4316-B8BD-5D495E988554}" destId="{73ED2C03-2C44-4CE4-8659-287F6CC8DE5B}" srcOrd="1" destOrd="0" presId="urn:microsoft.com/office/officeart/2018/5/layout/IconCircleLabelList"/>
    <dgm:cxn modelId="{5EEE6E6F-3FD0-4114-921A-8771B2C9EBC3}" type="presParOf" srcId="{FB447C03-E76F-4316-B8BD-5D495E988554}" destId="{0FD864B1-0F5A-4EA2-9B95-11EF98D54E0E}" srcOrd="2" destOrd="0" presId="urn:microsoft.com/office/officeart/2018/5/layout/IconCircleLabelList"/>
    <dgm:cxn modelId="{17AFF626-E33A-4D89-AF9B-3177C31F20CF}" type="presParOf" srcId="{FB447C03-E76F-4316-B8BD-5D495E988554}" destId="{38310A52-AD71-4C45-B18B-D33A489FD8A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EB8153-31C9-4E9E-BDF7-091DD80D831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376EB6-897A-474E-9AE7-165F9B731E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Strengths: (initiative, vision)</a:t>
          </a:r>
        </a:p>
      </dgm:t>
    </dgm:pt>
    <dgm:pt modelId="{1FDD25D1-761F-4DC0-AEAD-A2480C6B4F65}" type="parTrans" cxnId="{664F2A47-050F-414C-A0B0-F0F2FC3CD1BC}">
      <dgm:prSet/>
      <dgm:spPr/>
      <dgm:t>
        <a:bodyPr/>
        <a:lstStyle/>
        <a:p>
          <a:endParaRPr lang="en-US"/>
        </a:p>
      </dgm:t>
    </dgm:pt>
    <dgm:pt modelId="{8918DB6F-BE65-46AA-996E-80303DB0D35D}" type="sibTrans" cxnId="{664F2A47-050F-414C-A0B0-F0F2FC3CD1BC}">
      <dgm:prSet/>
      <dgm:spPr/>
      <dgm:t>
        <a:bodyPr/>
        <a:lstStyle/>
        <a:p>
          <a:endParaRPr lang="en-US"/>
        </a:p>
      </dgm:t>
    </dgm:pt>
    <dgm:pt modelId="{58A20087-5E47-42DF-BE7B-B852C4A4D13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Weaknesses: (knowledge, time management)</a:t>
          </a:r>
        </a:p>
      </dgm:t>
    </dgm:pt>
    <dgm:pt modelId="{62DF2ACD-8233-4B84-A203-1D3232E92224}" type="parTrans" cxnId="{57BE5FCD-6AC7-4D93-A4D9-DD29529A26F7}">
      <dgm:prSet/>
      <dgm:spPr/>
      <dgm:t>
        <a:bodyPr/>
        <a:lstStyle/>
        <a:p>
          <a:endParaRPr lang="en-US"/>
        </a:p>
      </dgm:t>
    </dgm:pt>
    <dgm:pt modelId="{A92FFBE2-D792-4CCE-99CA-47A0401F0E61}" type="sibTrans" cxnId="{57BE5FCD-6AC7-4D93-A4D9-DD29529A26F7}">
      <dgm:prSet/>
      <dgm:spPr/>
      <dgm:t>
        <a:bodyPr/>
        <a:lstStyle/>
        <a:p>
          <a:endParaRPr lang="en-US"/>
        </a:p>
      </dgm:t>
    </dgm:pt>
    <dgm:pt modelId="{AEB95BC3-D0C7-45C4-8693-E1CD6A687B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Growth as a developer / designer</a:t>
          </a:r>
        </a:p>
      </dgm:t>
    </dgm:pt>
    <dgm:pt modelId="{3BB164F5-8065-4EF0-8E3D-5F9AEBCA28FD}" type="parTrans" cxnId="{ABF91158-B0B4-4F77-8DF1-6F017D0CA899}">
      <dgm:prSet/>
      <dgm:spPr/>
      <dgm:t>
        <a:bodyPr/>
        <a:lstStyle/>
        <a:p>
          <a:endParaRPr lang="en-US"/>
        </a:p>
      </dgm:t>
    </dgm:pt>
    <dgm:pt modelId="{D4D569D8-001F-453D-868A-DBDF3276A27E}" type="sibTrans" cxnId="{ABF91158-B0B4-4F77-8DF1-6F017D0CA899}">
      <dgm:prSet/>
      <dgm:spPr/>
      <dgm:t>
        <a:bodyPr/>
        <a:lstStyle/>
        <a:p>
          <a:endParaRPr lang="en-US"/>
        </a:p>
      </dgm:t>
    </dgm:pt>
    <dgm:pt modelId="{5E99A9FA-1784-4E85-B3C7-15A1527B36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What would I do differently</a:t>
          </a:r>
        </a:p>
      </dgm:t>
    </dgm:pt>
    <dgm:pt modelId="{189651AB-C547-4AD6-8632-7193C899A7BB}" type="parTrans" cxnId="{BEFB4B0F-7899-421A-AF47-F68FD1DB0993}">
      <dgm:prSet/>
      <dgm:spPr/>
      <dgm:t>
        <a:bodyPr/>
        <a:lstStyle/>
        <a:p>
          <a:endParaRPr lang="en-US"/>
        </a:p>
      </dgm:t>
    </dgm:pt>
    <dgm:pt modelId="{34698B4F-1B6E-4318-896B-F079469D5BE8}" type="sibTrans" cxnId="{BEFB4B0F-7899-421A-AF47-F68FD1DB0993}">
      <dgm:prSet/>
      <dgm:spPr/>
      <dgm:t>
        <a:bodyPr/>
        <a:lstStyle/>
        <a:p>
          <a:endParaRPr lang="en-US"/>
        </a:p>
      </dgm:t>
    </dgm:pt>
    <dgm:pt modelId="{E7E46115-FC0D-4A72-ACA3-538F51F53DB0}" type="pres">
      <dgm:prSet presAssocID="{2EEB8153-31C9-4E9E-BDF7-091DD80D831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30DC756-C341-4985-B7FC-28F4D38B0DF9}" type="pres">
      <dgm:prSet presAssocID="{7B376EB6-897A-474E-9AE7-165F9B731ED7}" presName="compNode" presStyleCnt="0"/>
      <dgm:spPr/>
    </dgm:pt>
    <dgm:pt modelId="{2BC6BAF0-1304-46A5-9B0E-8EA03B9253C6}" type="pres">
      <dgm:prSet presAssocID="{7B376EB6-897A-474E-9AE7-165F9B731ED7}" presName="iconBgRect" presStyleLbl="bgShp" presStyleIdx="0" presStyleCnt="4"/>
      <dgm:spPr/>
    </dgm:pt>
    <dgm:pt modelId="{87374413-862E-48A3-8A57-0AEE54BADBD8}" type="pres">
      <dgm:prSet presAssocID="{7B376EB6-897A-474E-9AE7-165F9B731E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852DC4CB-EAC8-4A0D-B74B-843E857AF37F}" type="pres">
      <dgm:prSet presAssocID="{7B376EB6-897A-474E-9AE7-165F9B731ED7}" presName="spaceRect" presStyleCnt="0"/>
      <dgm:spPr/>
    </dgm:pt>
    <dgm:pt modelId="{0B99D6CB-121C-4320-B8ED-E9AA5616DA10}" type="pres">
      <dgm:prSet presAssocID="{7B376EB6-897A-474E-9AE7-165F9B731ED7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FDF8D74-289E-4909-BDB5-E9EFEE8AE262}" type="pres">
      <dgm:prSet presAssocID="{8918DB6F-BE65-46AA-996E-80303DB0D35D}" presName="sibTrans" presStyleCnt="0"/>
      <dgm:spPr/>
    </dgm:pt>
    <dgm:pt modelId="{72805066-6EFA-49CA-B12F-6F960832002F}" type="pres">
      <dgm:prSet presAssocID="{58A20087-5E47-42DF-BE7B-B852C4A4D137}" presName="compNode" presStyleCnt="0"/>
      <dgm:spPr/>
    </dgm:pt>
    <dgm:pt modelId="{4420703A-A495-401F-962C-4237D559AD7E}" type="pres">
      <dgm:prSet presAssocID="{58A20087-5E47-42DF-BE7B-B852C4A4D137}" presName="iconBgRect" presStyleLbl="bgShp" presStyleIdx="1" presStyleCnt="4"/>
      <dgm:spPr/>
    </dgm:pt>
    <dgm:pt modelId="{F279D338-FBED-4E93-BBE7-80FD97E0F597}" type="pres">
      <dgm:prSet presAssocID="{58A20087-5E47-42DF-BE7B-B852C4A4D1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DB0E295-F564-4A64-A96E-C27C224068ED}" type="pres">
      <dgm:prSet presAssocID="{58A20087-5E47-42DF-BE7B-B852C4A4D137}" presName="spaceRect" presStyleCnt="0"/>
      <dgm:spPr/>
    </dgm:pt>
    <dgm:pt modelId="{76B89B1E-9ECF-48C3-95A8-CBD34718C20E}" type="pres">
      <dgm:prSet presAssocID="{58A20087-5E47-42DF-BE7B-B852C4A4D137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306F695-F2EC-4A07-822E-0FAE0EB1DD10}" type="pres">
      <dgm:prSet presAssocID="{A92FFBE2-D792-4CCE-99CA-47A0401F0E61}" presName="sibTrans" presStyleCnt="0"/>
      <dgm:spPr/>
    </dgm:pt>
    <dgm:pt modelId="{5E1F37BE-DE90-4B0D-9774-F30B0468A4C8}" type="pres">
      <dgm:prSet presAssocID="{AEB95BC3-D0C7-45C4-8693-E1CD6A687B9E}" presName="compNode" presStyleCnt="0"/>
      <dgm:spPr/>
    </dgm:pt>
    <dgm:pt modelId="{A05415ED-4764-4CE7-A40D-A8A283A0F214}" type="pres">
      <dgm:prSet presAssocID="{AEB95BC3-D0C7-45C4-8693-E1CD6A687B9E}" presName="iconBgRect" presStyleLbl="bgShp" presStyleIdx="2" presStyleCnt="4"/>
      <dgm:spPr/>
    </dgm:pt>
    <dgm:pt modelId="{E202CE19-1E82-4B42-87B3-0332FFB36F2A}" type="pres">
      <dgm:prSet presAssocID="{AEB95BC3-D0C7-45C4-8693-E1CD6A687B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42A7F337-B209-4C27-B40B-B32C71D038BC}" type="pres">
      <dgm:prSet presAssocID="{AEB95BC3-D0C7-45C4-8693-E1CD6A687B9E}" presName="spaceRect" presStyleCnt="0"/>
      <dgm:spPr/>
    </dgm:pt>
    <dgm:pt modelId="{3D7582E4-3A20-4DB3-A7A7-28604DBCBE42}" type="pres">
      <dgm:prSet presAssocID="{AEB95BC3-D0C7-45C4-8693-E1CD6A687B9E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F747D71-F10E-4551-803E-A4C764EEC5F3}" type="pres">
      <dgm:prSet presAssocID="{D4D569D8-001F-453D-868A-DBDF3276A27E}" presName="sibTrans" presStyleCnt="0"/>
      <dgm:spPr/>
    </dgm:pt>
    <dgm:pt modelId="{E879E894-3964-48B6-9952-DC912B0DCB41}" type="pres">
      <dgm:prSet presAssocID="{5E99A9FA-1784-4E85-B3C7-15A1527B3684}" presName="compNode" presStyleCnt="0"/>
      <dgm:spPr/>
    </dgm:pt>
    <dgm:pt modelId="{31BDB6B2-63F4-427D-ADA0-BC3B94F8420E}" type="pres">
      <dgm:prSet presAssocID="{5E99A9FA-1784-4E85-B3C7-15A1527B3684}" presName="iconBgRect" presStyleLbl="bgShp" presStyleIdx="3" presStyleCnt="4"/>
      <dgm:spPr/>
    </dgm:pt>
    <dgm:pt modelId="{59944F13-9204-487E-88C4-5742EF5FED29}" type="pres">
      <dgm:prSet presAssocID="{5E99A9FA-1784-4E85-B3C7-15A1527B36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17BB1AB-C8FD-4D4A-820F-FC68B6E7D623}" type="pres">
      <dgm:prSet presAssocID="{5E99A9FA-1784-4E85-B3C7-15A1527B3684}" presName="spaceRect" presStyleCnt="0"/>
      <dgm:spPr/>
    </dgm:pt>
    <dgm:pt modelId="{6ECAFF11-72A2-4AF1-A508-D0DBEEF5D233}" type="pres">
      <dgm:prSet presAssocID="{5E99A9FA-1784-4E85-B3C7-15A1527B3684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4F2A47-050F-414C-A0B0-F0F2FC3CD1BC}" srcId="{2EEB8153-31C9-4E9E-BDF7-091DD80D831D}" destId="{7B376EB6-897A-474E-9AE7-165F9B731ED7}" srcOrd="0" destOrd="0" parTransId="{1FDD25D1-761F-4DC0-AEAD-A2480C6B4F65}" sibTransId="{8918DB6F-BE65-46AA-996E-80303DB0D35D}"/>
    <dgm:cxn modelId="{3EA36D97-A05C-431B-B9E3-4803D9AB991D}" type="presOf" srcId="{7B376EB6-897A-474E-9AE7-165F9B731ED7}" destId="{0B99D6CB-121C-4320-B8ED-E9AA5616DA10}" srcOrd="0" destOrd="0" presId="urn:microsoft.com/office/officeart/2018/5/layout/IconCircleLabelList"/>
    <dgm:cxn modelId="{9EB35700-2EE5-4C10-B3B3-C276A8CECFE6}" type="presOf" srcId="{5E99A9FA-1784-4E85-B3C7-15A1527B3684}" destId="{6ECAFF11-72A2-4AF1-A508-D0DBEEF5D233}" srcOrd="0" destOrd="0" presId="urn:microsoft.com/office/officeart/2018/5/layout/IconCircleLabelList"/>
    <dgm:cxn modelId="{ABF91158-B0B4-4F77-8DF1-6F017D0CA899}" srcId="{2EEB8153-31C9-4E9E-BDF7-091DD80D831D}" destId="{AEB95BC3-D0C7-45C4-8693-E1CD6A687B9E}" srcOrd="2" destOrd="0" parTransId="{3BB164F5-8065-4EF0-8E3D-5F9AEBCA28FD}" sibTransId="{D4D569D8-001F-453D-868A-DBDF3276A27E}"/>
    <dgm:cxn modelId="{42DFB7A1-A795-4674-A49D-809A0D215AF2}" type="presOf" srcId="{AEB95BC3-D0C7-45C4-8693-E1CD6A687B9E}" destId="{3D7582E4-3A20-4DB3-A7A7-28604DBCBE42}" srcOrd="0" destOrd="0" presId="urn:microsoft.com/office/officeart/2018/5/layout/IconCircleLabelList"/>
    <dgm:cxn modelId="{57BE5FCD-6AC7-4D93-A4D9-DD29529A26F7}" srcId="{2EEB8153-31C9-4E9E-BDF7-091DD80D831D}" destId="{58A20087-5E47-42DF-BE7B-B852C4A4D137}" srcOrd="1" destOrd="0" parTransId="{62DF2ACD-8233-4B84-A203-1D3232E92224}" sibTransId="{A92FFBE2-D792-4CCE-99CA-47A0401F0E61}"/>
    <dgm:cxn modelId="{BD9B1772-7D2A-4407-9F2D-EADF116E47DB}" type="presOf" srcId="{2EEB8153-31C9-4E9E-BDF7-091DD80D831D}" destId="{E7E46115-FC0D-4A72-ACA3-538F51F53DB0}" srcOrd="0" destOrd="0" presId="urn:microsoft.com/office/officeart/2018/5/layout/IconCircleLabelList"/>
    <dgm:cxn modelId="{BEFB4B0F-7899-421A-AF47-F68FD1DB0993}" srcId="{2EEB8153-31C9-4E9E-BDF7-091DD80D831D}" destId="{5E99A9FA-1784-4E85-B3C7-15A1527B3684}" srcOrd="3" destOrd="0" parTransId="{189651AB-C547-4AD6-8632-7193C899A7BB}" sibTransId="{34698B4F-1B6E-4318-896B-F079469D5BE8}"/>
    <dgm:cxn modelId="{55E15D30-5863-4798-A94D-F5E010897DCC}" type="presOf" srcId="{58A20087-5E47-42DF-BE7B-B852C4A4D137}" destId="{76B89B1E-9ECF-48C3-95A8-CBD34718C20E}" srcOrd="0" destOrd="0" presId="urn:microsoft.com/office/officeart/2018/5/layout/IconCircleLabelList"/>
    <dgm:cxn modelId="{8088D4BA-B26C-46A3-BE87-F01477A54B25}" type="presParOf" srcId="{E7E46115-FC0D-4A72-ACA3-538F51F53DB0}" destId="{730DC756-C341-4985-B7FC-28F4D38B0DF9}" srcOrd="0" destOrd="0" presId="urn:microsoft.com/office/officeart/2018/5/layout/IconCircleLabelList"/>
    <dgm:cxn modelId="{E67741A9-D1C9-4232-852E-1EB7DE4ECB62}" type="presParOf" srcId="{730DC756-C341-4985-B7FC-28F4D38B0DF9}" destId="{2BC6BAF0-1304-46A5-9B0E-8EA03B9253C6}" srcOrd="0" destOrd="0" presId="urn:microsoft.com/office/officeart/2018/5/layout/IconCircleLabelList"/>
    <dgm:cxn modelId="{366F1D38-545E-4456-8FA7-180E0BBE66D1}" type="presParOf" srcId="{730DC756-C341-4985-B7FC-28F4D38B0DF9}" destId="{87374413-862E-48A3-8A57-0AEE54BADBD8}" srcOrd="1" destOrd="0" presId="urn:microsoft.com/office/officeart/2018/5/layout/IconCircleLabelList"/>
    <dgm:cxn modelId="{B1B314DD-C851-4E95-A112-4CFF1A6EBCC9}" type="presParOf" srcId="{730DC756-C341-4985-B7FC-28F4D38B0DF9}" destId="{852DC4CB-EAC8-4A0D-B74B-843E857AF37F}" srcOrd="2" destOrd="0" presId="urn:microsoft.com/office/officeart/2018/5/layout/IconCircleLabelList"/>
    <dgm:cxn modelId="{12F2598B-B2BB-4D17-B47C-02A2152ECC4C}" type="presParOf" srcId="{730DC756-C341-4985-B7FC-28F4D38B0DF9}" destId="{0B99D6CB-121C-4320-B8ED-E9AA5616DA10}" srcOrd="3" destOrd="0" presId="urn:microsoft.com/office/officeart/2018/5/layout/IconCircleLabelList"/>
    <dgm:cxn modelId="{F74D5EED-F9E6-4829-B6B0-AC4B38166003}" type="presParOf" srcId="{E7E46115-FC0D-4A72-ACA3-538F51F53DB0}" destId="{8FDF8D74-289E-4909-BDB5-E9EFEE8AE262}" srcOrd="1" destOrd="0" presId="urn:microsoft.com/office/officeart/2018/5/layout/IconCircleLabelList"/>
    <dgm:cxn modelId="{60D7E505-7E5F-44F8-8E07-47D4C9336FB4}" type="presParOf" srcId="{E7E46115-FC0D-4A72-ACA3-538F51F53DB0}" destId="{72805066-6EFA-49CA-B12F-6F960832002F}" srcOrd="2" destOrd="0" presId="urn:microsoft.com/office/officeart/2018/5/layout/IconCircleLabelList"/>
    <dgm:cxn modelId="{901217CB-83F9-44E1-8688-BDDECFCA5D0A}" type="presParOf" srcId="{72805066-6EFA-49CA-B12F-6F960832002F}" destId="{4420703A-A495-401F-962C-4237D559AD7E}" srcOrd="0" destOrd="0" presId="urn:microsoft.com/office/officeart/2018/5/layout/IconCircleLabelList"/>
    <dgm:cxn modelId="{9166243B-39D7-4D48-8224-D8B05D8DE1F5}" type="presParOf" srcId="{72805066-6EFA-49CA-B12F-6F960832002F}" destId="{F279D338-FBED-4E93-BBE7-80FD97E0F597}" srcOrd="1" destOrd="0" presId="urn:microsoft.com/office/officeart/2018/5/layout/IconCircleLabelList"/>
    <dgm:cxn modelId="{093FF231-15DB-4655-83DD-90DCFAE51740}" type="presParOf" srcId="{72805066-6EFA-49CA-B12F-6F960832002F}" destId="{FDB0E295-F564-4A64-A96E-C27C224068ED}" srcOrd="2" destOrd="0" presId="urn:microsoft.com/office/officeart/2018/5/layout/IconCircleLabelList"/>
    <dgm:cxn modelId="{7BDE8D10-0D6A-4927-9415-39B6638633E5}" type="presParOf" srcId="{72805066-6EFA-49CA-B12F-6F960832002F}" destId="{76B89B1E-9ECF-48C3-95A8-CBD34718C20E}" srcOrd="3" destOrd="0" presId="urn:microsoft.com/office/officeart/2018/5/layout/IconCircleLabelList"/>
    <dgm:cxn modelId="{9DB3398C-15AA-4BBD-9C66-F2373B2ED9EB}" type="presParOf" srcId="{E7E46115-FC0D-4A72-ACA3-538F51F53DB0}" destId="{8306F695-F2EC-4A07-822E-0FAE0EB1DD10}" srcOrd="3" destOrd="0" presId="urn:microsoft.com/office/officeart/2018/5/layout/IconCircleLabelList"/>
    <dgm:cxn modelId="{E2EDD2B2-12F3-4BEE-A85A-BA22955F3C23}" type="presParOf" srcId="{E7E46115-FC0D-4A72-ACA3-538F51F53DB0}" destId="{5E1F37BE-DE90-4B0D-9774-F30B0468A4C8}" srcOrd="4" destOrd="0" presId="urn:microsoft.com/office/officeart/2018/5/layout/IconCircleLabelList"/>
    <dgm:cxn modelId="{F1692E2F-AA9E-4B94-8DDE-36A2DADC9123}" type="presParOf" srcId="{5E1F37BE-DE90-4B0D-9774-F30B0468A4C8}" destId="{A05415ED-4764-4CE7-A40D-A8A283A0F214}" srcOrd="0" destOrd="0" presId="urn:microsoft.com/office/officeart/2018/5/layout/IconCircleLabelList"/>
    <dgm:cxn modelId="{5229ADF9-739D-4C32-8EAA-F2E1BB3C8F47}" type="presParOf" srcId="{5E1F37BE-DE90-4B0D-9774-F30B0468A4C8}" destId="{E202CE19-1E82-4B42-87B3-0332FFB36F2A}" srcOrd="1" destOrd="0" presId="urn:microsoft.com/office/officeart/2018/5/layout/IconCircleLabelList"/>
    <dgm:cxn modelId="{20E2C8BD-5FE8-4F13-814F-B3F99CA87105}" type="presParOf" srcId="{5E1F37BE-DE90-4B0D-9774-F30B0468A4C8}" destId="{42A7F337-B209-4C27-B40B-B32C71D038BC}" srcOrd="2" destOrd="0" presId="urn:microsoft.com/office/officeart/2018/5/layout/IconCircleLabelList"/>
    <dgm:cxn modelId="{4AF40112-26F6-4E34-971D-F29F302B10D1}" type="presParOf" srcId="{5E1F37BE-DE90-4B0D-9774-F30B0468A4C8}" destId="{3D7582E4-3A20-4DB3-A7A7-28604DBCBE42}" srcOrd="3" destOrd="0" presId="urn:microsoft.com/office/officeart/2018/5/layout/IconCircleLabelList"/>
    <dgm:cxn modelId="{F2EF2016-C5D0-4734-B073-7C6498DD6BCC}" type="presParOf" srcId="{E7E46115-FC0D-4A72-ACA3-538F51F53DB0}" destId="{3F747D71-F10E-4551-803E-A4C764EEC5F3}" srcOrd="5" destOrd="0" presId="urn:microsoft.com/office/officeart/2018/5/layout/IconCircleLabelList"/>
    <dgm:cxn modelId="{36B6522E-772C-496E-AEA3-6349D9267F45}" type="presParOf" srcId="{E7E46115-FC0D-4A72-ACA3-538F51F53DB0}" destId="{E879E894-3964-48B6-9952-DC912B0DCB41}" srcOrd="6" destOrd="0" presId="urn:microsoft.com/office/officeart/2018/5/layout/IconCircleLabelList"/>
    <dgm:cxn modelId="{361B9980-4956-453D-B5BC-6CB49A8424F3}" type="presParOf" srcId="{E879E894-3964-48B6-9952-DC912B0DCB41}" destId="{31BDB6B2-63F4-427D-ADA0-BC3B94F8420E}" srcOrd="0" destOrd="0" presId="urn:microsoft.com/office/officeart/2018/5/layout/IconCircleLabelList"/>
    <dgm:cxn modelId="{416E914A-53D8-431C-8578-A3AB10A4EAE2}" type="presParOf" srcId="{E879E894-3964-48B6-9952-DC912B0DCB41}" destId="{59944F13-9204-487E-88C4-5742EF5FED29}" srcOrd="1" destOrd="0" presId="urn:microsoft.com/office/officeart/2018/5/layout/IconCircleLabelList"/>
    <dgm:cxn modelId="{1439EA48-AE28-4472-93E8-ABABC670430A}" type="presParOf" srcId="{E879E894-3964-48B6-9952-DC912B0DCB41}" destId="{A17BB1AB-C8FD-4D4A-820F-FC68B6E7D623}" srcOrd="2" destOrd="0" presId="urn:microsoft.com/office/officeart/2018/5/layout/IconCircleLabelList"/>
    <dgm:cxn modelId="{8D2EFDBE-13B2-433F-B755-355798AE5655}" type="presParOf" srcId="{E879E894-3964-48B6-9952-DC912B0DCB41}" destId="{6ECAFF11-72A2-4AF1-A508-D0DBEEF5D2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F7255C-2A63-47C2-8663-6F44E8727B63}">
      <dsp:nvSpPr>
        <dsp:cNvPr id="0" name=""/>
        <dsp:cNvSpPr/>
      </dsp:nvSpPr>
      <dsp:spPr>
        <a:xfrm>
          <a:off x="0" y="1525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572BE-10B2-4656-8501-7D5B083BBF29}">
      <dsp:nvSpPr>
        <dsp:cNvPr id="0" name=""/>
        <dsp:cNvSpPr/>
      </dsp:nvSpPr>
      <dsp:spPr>
        <a:xfrm>
          <a:off x="0" y="1525"/>
          <a:ext cx="9941318" cy="10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>
              <a:latin typeface="Aptos"/>
            </a:rPr>
            <a:t>Wasted Time</a:t>
          </a:r>
        </a:p>
      </dsp:txBody>
      <dsp:txXfrm>
        <a:off x="0" y="1525"/>
        <a:ext cx="9941318" cy="1040535"/>
      </dsp:txXfrm>
    </dsp:sp>
    <dsp:sp modelId="{B458711E-9A09-4B93-B221-127570948C62}">
      <dsp:nvSpPr>
        <dsp:cNvPr id="0" name=""/>
        <dsp:cNvSpPr/>
      </dsp:nvSpPr>
      <dsp:spPr>
        <a:xfrm>
          <a:off x="0" y="1042061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A35E7-5F30-4226-9F87-8A2FC2B3C836}">
      <dsp:nvSpPr>
        <dsp:cNvPr id="0" name=""/>
        <dsp:cNvSpPr/>
      </dsp:nvSpPr>
      <dsp:spPr>
        <a:xfrm>
          <a:off x="0" y="1042061"/>
          <a:ext cx="9941318" cy="10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>
              <a:latin typeface="Aptos"/>
            </a:rPr>
            <a:t>Inconsistency</a:t>
          </a:r>
        </a:p>
      </dsp:txBody>
      <dsp:txXfrm>
        <a:off x="0" y="1042061"/>
        <a:ext cx="9941318" cy="1040535"/>
      </dsp:txXfrm>
    </dsp:sp>
    <dsp:sp modelId="{F9B5AE61-2B1D-4B5E-BD52-36CFE82ADD89}">
      <dsp:nvSpPr>
        <dsp:cNvPr id="0" name=""/>
        <dsp:cNvSpPr/>
      </dsp:nvSpPr>
      <dsp:spPr>
        <a:xfrm>
          <a:off x="0" y="2082596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B63AF-02DC-415C-B4E5-705565569F7E}">
      <dsp:nvSpPr>
        <dsp:cNvPr id="0" name=""/>
        <dsp:cNvSpPr/>
      </dsp:nvSpPr>
      <dsp:spPr>
        <a:xfrm>
          <a:off x="0" y="2082596"/>
          <a:ext cx="9941318" cy="10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>
              <a:latin typeface="Aptos"/>
            </a:rPr>
            <a:t>Lack of Accessibility</a:t>
          </a:r>
          <a:endParaRPr lang="en-US" sz="5000" kern="1200" dirty="0"/>
        </a:p>
      </dsp:txBody>
      <dsp:txXfrm>
        <a:off x="0" y="2082596"/>
        <a:ext cx="9941318" cy="1040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F02F6-BD5C-466A-864E-4EECADB55C4B}">
      <dsp:nvSpPr>
        <dsp:cNvPr id="0" name=""/>
        <dsp:cNvSpPr/>
      </dsp:nvSpPr>
      <dsp:spPr>
        <a:xfrm>
          <a:off x="0" y="1332"/>
          <a:ext cx="442823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6276E4-F422-457A-8B82-C0CD6FD16BCD}">
      <dsp:nvSpPr>
        <dsp:cNvPr id="0" name=""/>
        <dsp:cNvSpPr/>
      </dsp:nvSpPr>
      <dsp:spPr>
        <a:xfrm>
          <a:off x="0" y="1332"/>
          <a:ext cx="4428236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Adobe Suite</a:t>
          </a:r>
        </a:p>
      </dsp:txBody>
      <dsp:txXfrm>
        <a:off x="0" y="1332"/>
        <a:ext cx="4428236" cy="908511"/>
      </dsp:txXfrm>
    </dsp:sp>
    <dsp:sp modelId="{D1FECA86-D24B-4F25-A6E0-D05220220705}">
      <dsp:nvSpPr>
        <dsp:cNvPr id="0" name=""/>
        <dsp:cNvSpPr/>
      </dsp:nvSpPr>
      <dsp:spPr>
        <a:xfrm>
          <a:off x="0" y="909843"/>
          <a:ext cx="442823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1BFE27F-A18A-4166-82FC-2490AEB1A412}">
      <dsp:nvSpPr>
        <dsp:cNvPr id="0" name=""/>
        <dsp:cNvSpPr/>
      </dsp:nvSpPr>
      <dsp:spPr>
        <a:xfrm>
          <a:off x="0" y="909843"/>
          <a:ext cx="4428236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Canva</a:t>
          </a:r>
        </a:p>
      </dsp:txBody>
      <dsp:txXfrm>
        <a:off x="0" y="909843"/>
        <a:ext cx="4428236" cy="908511"/>
      </dsp:txXfrm>
    </dsp:sp>
    <dsp:sp modelId="{C6E35411-C605-4614-8949-EBD34A40EAD0}">
      <dsp:nvSpPr>
        <dsp:cNvPr id="0" name=""/>
        <dsp:cNvSpPr/>
      </dsp:nvSpPr>
      <dsp:spPr>
        <a:xfrm>
          <a:off x="0" y="1818354"/>
          <a:ext cx="4428236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F8859D-10CD-43AA-8E52-ACC082595F4E}">
      <dsp:nvSpPr>
        <dsp:cNvPr id="0" name=""/>
        <dsp:cNvSpPr/>
      </dsp:nvSpPr>
      <dsp:spPr>
        <a:xfrm>
          <a:off x="0" y="1818354"/>
          <a:ext cx="4428236" cy="908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Online tools (10015.io, </a:t>
          </a:r>
          <a:r>
            <a:rPr lang="en-US" sz="2300" kern="1200" dirty="0" err="1"/>
            <a:t>TinyWow</a:t>
          </a:r>
          <a:r>
            <a:rPr lang="en-US" sz="2300" kern="1200" dirty="0"/>
            <a:t>, </a:t>
          </a:r>
          <a:r>
            <a:rPr lang="en-US" sz="2300" kern="1200" dirty="0" err="1"/>
            <a:t>PineTools</a:t>
          </a:r>
          <a:r>
            <a:rPr lang="en-US" sz="2300" kern="1200" dirty="0"/>
            <a:t>, etc.)</a:t>
          </a:r>
        </a:p>
      </dsp:txBody>
      <dsp:txXfrm>
        <a:off x="0" y="1818354"/>
        <a:ext cx="4428236" cy="9085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A98B4-F64E-48F3-8BAE-7930DEC5504D}">
      <dsp:nvSpPr>
        <dsp:cNvPr id="0" name=""/>
        <dsp:cNvSpPr/>
      </dsp:nvSpPr>
      <dsp:spPr>
        <a:xfrm>
          <a:off x="410220" y="52495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F43A0-ACED-4C4C-834B-FDC55238D5A6}">
      <dsp:nvSpPr>
        <dsp:cNvPr id="0" name=""/>
        <dsp:cNvSpPr/>
      </dsp:nvSpPr>
      <dsp:spPr>
        <a:xfrm>
          <a:off x="644220" y="75895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DA0A5-B6BB-44C5-BC98-4E5B6C932531}">
      <dsp:nvSpPr>
        <dsp:cNvPr id="0" name=""/>
        <dsp:cNvSpPr/>
      </dsp:nvSpPr>
      <dsp:spPr>
        <a:xfrm>
          <a:off x="59220" y="196495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Separate navbar.html</a:t>
          </a:r>
        </a:p>
      </dsp:txBody>
      <dsp:txXfrm>
        <a:off x="59220" y="1964951"/>
        <a:ext cx="1800000" cy="720000"/>
      </dsp:txXfrm>
    </dsp:sp>
    <dsp:sp modelId="{5120D2F6-BDD3-4B1D-ABFE-D4A451815FE8}">
      <dsp:nvSpPr>
        <dsp:cNvPr id="0" name=""/>
        <dsp:cNvSpPr/>
      </dsp:nvSpPr>
      <dsp:spPr>
        <a:xfrm>
          <a:off x="2525220" y="52495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1137EC-C773-4F58-A026-1A7DE09008CD}">
      <dsp:nvSpPr>
        <dsp:cNvPr id="0" name=""/>
        <dsp:cNvSpPr/>
      </dsp:nvSpPr>
      <dsp:spPr>
        <a:xfrm>
          <a:off x="2759220" y="758950"/>
          <a:ext cx="630000" cy="630000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1B911-D114-4F7B-80C1-A98F86A81C82}">
      <dsp:nvSpPr>
        <dsp:cNvPr id="0" name=""/>
        <dsp:cNvSpPr/>
      </dsp:nvSpPr>
      <dsp:spPr>
        <a:xfrm>
          <a:off x="2174220" y="196495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Rigid File Structure</a:t>
          </a:r>
        </a:p>
      </dsp:txBody>
      <dsp:txXfrm>
        <a:off x="2174220" y="1964951"/>
        <a:ext cx="1800000" cy="720000"/>
      </dsp:txXfrm>
    </dsp:sp>
    <dsp:sp modelId="{3F4160DD-78A9-4017-891D-E8ADFE3E6370}">
      <dsp:nvSpPr>
        <dsp:cNvPr id="0" name=""/>
        <dsp:cNvSpPr/>
      </dsp:nvSpPr>
      <dsp:spPr>
        <a:xfrm>
          <a:off x="4640220" y="52495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880A8-30CE-4F1A-985A-38279423E6A4}">
      <dsp:nvSpPr>
        <dsp:cNvPr id="0" name=""/>
        <dsp:cNvSpPr/>
      </dsp:nvSpPr>
      <dsp:spPr>
        <a:xfrm>
          <a:off x="4874220" y="75895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4E596-003A-459A-951C-20AF1D5DC594}">
      <dsp:nvSpPr>
        <dsp:cNvPr id="0" name=""/>
        <dsp:cNvSpPr/>
      </dsp:nvSpPr>
      <dsp:spPr>
        <a:xfrm>
          <a:off x="4289220" y="196495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Separate files for tools</a:t>
          </a:r>
        </a:p>
      </dsp:txBody>
      <dsp:txXfrm>
        <a:off x="4289220" y="1964951"/>
        <a:ext cx="1800000" cy="720000"/>
      </dsp:txXfrm>
    </dsp:sp>
    <dsp:sp modelId="{849B7EA7-8336-445B-AC69-14601C72FD8A}">
      <dsp:nvSpPr>
        <dsp:cNvPr id="0" name=""/>
        <dsp:cNvSpPr/>
      </dsp:nvSpPr>
      <dsp:spPr>
        <a:xfrm>
          <a:off x="6755220" y="52495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527F3-EA79-48C6-8A64-B41EB1281A62}">
      <dsp:nvSpPr>
        <dsp:cNvPr id="0" name=""/>
        <dsp:cNvSpPr/>
      </dsp:nvSpPr>
      <dsp:spPr>
        <a:xfrm>
          <a:off x="6989220" y="75895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B19BF-52E0-4678-B950-1BF2402F2541}">
      <dsp:nvSpPr>
        <dsp:cNvPr id="0" name=""/>
        <dsp:cNvSpPr/>
      </dsp:nvSpPr>
      <dsp:spPr>
        <a:xfrm>
          <a:off x="6404220" y="196495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Separate html, js, and css for all tools</a:t>
          </a:r>
        </a:p>
      </dsp:txBody>
      <dsp:txXfrm>
        <a:off x="6404220" y="1964951"/>
        <a:ext cx="1800000" cy="720000"/>
      </dsp:txXfrm>
    </dsp:sp>
    <dsp:sp modelId="{B2A375AC-D990-40CF-AF5F-3214574ABF09}">
      <dsp:nvSpPr>
        <dsp:cNvPr id="0" name=""/>
        <dsp:cNvSpPr/>
      </dsp:nvSpPr>
      <dsp:spPr>
        <a:xfrm>
          <a:off x="8870220" y="52495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D2C03-2C44-4CE4-8659-287F6CC8DE5B}">
      <dsp:nvSpPr>
        <dsp:cNvPr id="0" name=""/>
        <dsp:cNvSpPr/>
      </dsp:nvSpPr>
      <dsp:spPr>
        <a:xfrm>
          <a:off x="9104220" y="75895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10A52-AD71-4C45-B18B-D33A489FD8AD}">
      <dsp:nvSpPr>
        <dsp:cNvPr id="0" name=""/>
        <dsp:cNvSpPr/>
      </dsp:nvSpPr>
      <dsp:spPr>
        <a:xfrm>
          <a:off x="8519220" y="196495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Global css and js + night mode</a:t>
          </a:r>
        </a:p>
      </dsp:txBody>
      <dsp:txXfrm>
        <a:off x="8519220" y="1964951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6BAF0-1304-46A5-9B0E-8EA03B9253C6}">
      <dsp:nvSpPr>
        <dsp:cNvPr id="0" name=""/>
        <dsp:cNvSpPr/>
      </dsp:nvSpPr>
      <dsp:spPr>
        <a:xfrm>
          <a:off x="829763" y="10693"/>
          <a:ext cx="1309023" cy="13090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374413-862E-48A3-8A57-0AEE54BADBD8}">
      <dsp:nvSpPr>
        <dsp:cNvPr id="0" name=""/>
        <dsp:cNvSpPr/>
      </dsp:nvSpPr>
      <dsp:spPr>
        <a:xfrm>
          <a:off x="1108735" y="289665"/>
          <a:ext cx="751079" cy="7510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9D6CB-121C-4320-B8ED-E9AA5616DA10}">
      <dsp:nvSpPr>
        <dsp:cNvPr id="0" name=""/>
        <dsp:cNvSpPr/>
      </dsp:nvSpPr>
      <dsp:spPr>
        <a:xfrm>
          <a:off x="411305" y="1727445"/>
          <a:ext cx="21459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Strengths: (initiative, vision)</a:t>
          </a:r>
        </a:p>
      </dsp:txBody>
      <dsp:txXfrm>
        <a:off x="411305" y="1727445"/>
        <a:ext cx="2145940" cy="720000"/>
      </dsp:txXfrm>
    </dsp:sp>
    <dsp:sp modelId="{4420703A-A495-401F-962C-4237D559AD7E}">
      <dsp:nvSpPr>
        <dsp:cNvPr id="0" name=""/>
        <dsp:cNvSpPr/>
      </dsp:nvSpPr>
      <dsp:spPr>
        <a:xfrm>
          <a:off x="3351243" y="10693"/>
          <a:ext cx="1309023" cy="13090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9D338-FBED-4E93-BBE7-80FD97E0F597}">
      <dsp:nvSpPr>
        <dsp:cNvPr id="0" name=""/>
        <dsp:cNvSpPr/>
      </dsp:nvSpPr>
      <dsp:spPr>
        <a:xfrm>
          <a:off x="3630215" y="289665"/>
          <a:ext cx="751079" cy="7510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89B1E-9ECF-48C3-95A8-CBD34718C20E}">
      <dsp:nvSpPr>
        <dsp:cNvPr id="0" name=""/>
        <dsp:cNvSpPr/>
      </dsp:nvSpPr>
      <dsp:spPr>
        <a:xfrm>
          <a:off x="2932785" y="1727445"/>
          <a:ext cx="21459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Weaknesses: (knowledge, time management)</a:t>
          </a:r>
        </a:p>
      </dsp:txBody>
      <dsp:txXfrm>
        <a:off x="2932785" y="1727445"/>
        <a:ext cx="2145940" cy="720000"/>
      </dsp:txXfrm>
    </dsp:sp>
    <dsp:sp modelId="{A05415ED-4764-4CE7-A40D-A8A283A0F214}">
      <dsp:nvSpPr>
        <dsp:cNvPr id="0" name=""/>
        <dsp:cNvSpPr/>
      </dsp:nvSpPr>
      <dsp:spPr>
        <a:xfrm>
          <a:off x="829763" y="2983930"/>
          <a:ext cx="1309023" cy="13090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2CE19-1E82-4B42-87B3-0332FFB36F2A}">
      <dsp:nvSpPr>
        <dsp:cNvPr id="0" name=""/>
        <dsp:cNvSpPr/>
      </dsp:nvSpPr>
      <dsp:spPr>
        <a:xfrm>
          <a:off x="1108735" y="3262902"/>
          <a:ext cx="751079" cy="7510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582E4-3A20-4DB3-A7A7-28604DBCBE42}">
      <dsp:nvSpPr>
        <dsp:cNvPr id="0" name=""/>
        <dsp:cNvSpPr/>
      </dsp:nvSpPr>
      <dsp:spPr>
        <a:xfrm>
          <a:off x="411305" y="4700682"/>
          <a:ext cx="21459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Growth as a developer / designer</a:t>
          </a:r>
        </a:p>
      </dsp:txBody>
      <dsp:txXfrm>
        <a:off x="411305" y="4700682"/>
        <a:ext cx="2145940" cy="720000"/>
      </dsp:txXfrm>
    </dsp:sp>
    <dsp:sp modelId="{31BDB6B2-63F4-427D-ADA0-BC3B94F8420E}">
      <dsp:nvSpPr>
        <dsp:cNvPr id="0" name=""/>
        <dsp:cNvSpPr/>
      </dsp:nvSpPr>
      <dsp:spPr>
        <a:xfrm>
          <a:off x="3351243" y="2983930"/>
          <a:ext cx="1309023" cy="13090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44F13-9204-487E-88C4-5742EF5FED29}">
      <dsp:nvSpPr>
        <dsp:cNvPr id="0" name=""/>
        <dsp:cNvSpPr/>
      </dsp:nvSpPr>
      <dsp:spPr>
        <a:xfrm>
          <a:off x="3630215" y="3262902"/>
          <a:ext cx="751079" cy="7510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AFF11-72A2-4AF1-A508-D0DBEEF5D233}">
      <dsp:nvSpPr>
        <dsp:cNvPr id="0" name=""/>
        <dsp:cNvSpPr/>
      </dsp:nvSpPr>
      <dsp:spPr>
        <a:xfrm>
          <a:off x="2932785" y="4700682"/>
          <a:ext cx="214594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500" kern="1200"/>
            <a:t>What would I do differently</a:t>
          </a:r>
        </a:p>
      </dsp:txBody>
      <dsp:txXfrm>
        <a:off x="2932785" y="4700682"/>
        <a:ext cx="214594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608" y="679731"/>
            <a:ext cx="4608118" cy="3736540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Century Gothic"/>
              </a:rPr>
              <a:t>Walter </a:t>
            </a:r>
            <a:r>
              <a:rPr lang="en-US" sz="1800" b="1" dirty="0" smtClean="0">
                <a:solidFill>
                  <a:srgbClr val="2D9CDB"/>
                </a:solidFill>
                <a:latin typeface="Century Gothic"/>
              </a:rPr>
              <a:t>Creations –</a:t>
            </a:r>
            <a:br>
              <a:rPr lang="en-US" sz="1800" b="1" dirty="0" smtClean="0">
                <a:solidFill>
                  <a:srgbClr val="2D9CDB"/>
                </a:solidFill>
                <a:latin typeface="Century Gothic"/>
              </a:rPr>
            </a:br>
            <a:r>
              <a:rPr lang="en-US" b="1" dirty="0" smtClean="0">
                <a:solidFill>
                  <a:srgbClr val="2D9CDB"/>
                </a:solidFill>
                <a:latin typeface="Century Gothic"/>
              </a:rPr>
              <a:t/>
            </a:r>
            <a:br>
              <a:rPr lang="en-US" b="1" dirty="0" smtClean="0">
                <a:solidFill>
                  <a:srgbClr val="2D9CDB"/>
                </a:solidFill>
                <a:latin typeface="Century Gothic"/>
              </a:rPr>
            </a:br>
            <a:r>
              <a:rPr lang="en-US" b="1" dirty="0" smtClean="0">
                <a:latin typeface="Century Gothic"/>
              </a:rPr>
              <a:t>Business </a:t>
            </a:r>
            <a:r>
              <a:rPr lang="en-US" b="1" dirty="0" smtClean="0">
                <a:solidFill>
                  <a:srgbClr val="2D9CDB"/>
                </a:solidFill>
                <a:latin typeface="Century Gothic"/>
              </a:rPr>
              <a:t>Card Maker</a:t>
            </a:r>
            <a:endParaRPr lang="en-US" b="1" dirty="0">
              <a:solidFill>
                <a:srgbClr val="2D9CDB"/>
              </a:solidFill>
              <a:latin typeface="Century Goth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Harvey Walter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95CCF77A-8B34-09A6-698E-82A4D113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04352-D6EA-4158-5E72-1FB3E0D5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Century Gothic"/>
              </a:rPr>
              <a:t>Problem 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4AAD-4384-01A1-3A00-8CA6D295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There are many creative tools</a:t>
            </a:r>
          </a:p>
          <a:p>
            <a:r>
              <a:rPr lang="en-US" sz="2400" dirty="0"/>
              <a:t>They are all over the place</a:t>
            </a:r>
          </a:p>
          <a:p>
            <a:r>
              <a:rPr lang="en-US" sz="2400" dirty="0"/>
              <a:t>They are not well known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4E758BEB-E1CE-981E-09E1-676F60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686" y="55190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1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EC57-8D09-93E2-552D-4EA1816E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AD4AE1-B933-C02F-644F-C1A3097EA3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69A1F8-1C7E-AB75-59F8-1BE820F61A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1D9B9D-56D6-2B49-FCDC-C52854F8B0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045044-6E6E-0C92-ABC4-614703CA44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7CBFA6-A427-39A1-E925-8993E2D9F3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514C8BE-9B39-26DD-79B3-0984569CFE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70A46-69C9-2839-9207-CEC1F4F0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Century Gothic"/>
              </a:rPr>
              <a:t>Why it 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Matters </a:t>
            </a:r>
            <a:endParaRPr lang="en-US" sz="3600" b="1">
              <a:solidFill>
                <a:srgbClr val="2D9CDB"/>
              </a:solidFill>
              <a:latin typeface="Century Gothic"/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A2A95CF-456E-E77A-CBAF-7DEBB3F57A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45028" y="3017522"/>
          <a:ext cx="9941319" cy="3124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EC4E53-1BAA-DFB3-360C-5A6BE08E04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39D98CC7-33FA-E597-40B1-4EF8637FCF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686" y="55190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6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A48F0-8557-6C94-21CB-59BD8B0E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25D83-A183-6749-92D1-7FEDC60B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entury Gothic"/>
              </a:rPr>
              <a:t>Existing </a:t>
            </a:r>
            <a:r>
              <a:rPr lang="en-US" sz="5400" b="1" dirty="0">
                <a:solidFill>
                  <a:srgbClr val="2D9CDB"/>
                </a:solidFill>
                <a:latin typeface="Century Gothic"/>
              </a:rPr>
              <a:t>Solutions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D8D15FE1-EAA1-C8A4-DED1-CECA9B843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112139"/>
              </p:ext>
            </p:extLst>
          </p:nvPr>
        </p:nvGraphicFramePr>
        <p:xfrm>
          <a:off x="1379946" y="2932964"/>
          <a:ext cx="4428236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22E64E24-6AE2-66C3-0ECC-7DE936E2EA30}"/>
              </a:ext>
            </a:extLst>
          </p:cNvPr>
          <p:cNvSpPr txBox="1"/>
          <p:nvPr/>
        </p:nvSpPr>
        <p:spPr>
          <a:xfrm>
            <a:off x="6847268" y="169035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0" u="none" strike="noStrike" baseline="0">
                <a:solidFill>
                  <a:srgbClr val="2D9CDB"/>
                </a:solidFill>
                <a:latin typeface="Century Gothic"/>
                <a:ea typeface="Century Gothic"/>
                <a:cs typeface="Century Gothic"/>
              </a:rPr>
              <a:t>- (and their limits)</a:t>
            </a:r>
            <a:r>
              <a:rPr sz="3600" b="0" i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1" name="Picture 10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21DDC4FD-F030-936A-B420-529AA4835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672" y="52078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1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B3211-E7D0-B20D-83D3-B9251FB3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F66989-8776-B671-2CA8-B22C8D042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670821-1C7E-3C7D-C74A-81BC3153D5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B729C9-D2FF-D846-21E1-EA89CE1FDD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D4F773-35EA-CCEA-5233-597F33BD94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1380B4-FD13-FE3D-BEA8-F161DA2917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49379-1E81-74A2-7B2F-207D33CC74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FA952-078C-6BCD-D496-E549B53A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Century Gothic"/>
              </a:rPr>
              <a:t>Realizing</a:t>
            </a:r>
            <a:r>
              <a:rPr lang="en-US" sz="4800" b="1" dirty="0">
                <a:solidFill>
                  <a:srgbClr val="000000"/>
                </a:solidFill>
                <a:latin typeface="Century Gothic"/>
              </a:rPr>
              <a:t> </a:t>
            </a:r>
            <a:r>
              <a:rPr lang="en-US" sz="4800" b="1" dirty="0">
                <a:latin typeface="Century Gothic"/>
              </a:rPr>
              <a:t>the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EA0D0-9E05-6B1D-0A88-B645CC04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Needing tools &amp; clipart</a:t>
            </a:r>
          </a:p>
          <a:p>
            <a:r>
              <a:rPr lang="en-US" sz="2400" dirty="0"/>
              <a:t>Discovering &amp; finding quick fixes online</a:t>
            </a:r>
          </a:p>
          <a:p>
            <a:r>
              <a:rPr lang="en-US" sz="2400" dirty="0"/>
              <a:t>Enjoying convenience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B8F190-2A7C-2F4C-425D-211DF8B14F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005DEF14-944A-0246-A628-B51F5B93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152" y="53911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4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9C987-A120-FA15-A709-FCDBB4B4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9F436-AE02-EF8F-9C56-27195498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Century Gothic"/>
              </a:rPr>
              <a:t>Discovery </a:t>
            </a:r>
            <a:r>
              <a:rPr lang="en-US" sz="5400" b="1" dirty="0">
                <a:solidFill>
                  <a:srgbClr val="000000"/>
                </a:solidFill>
                <a:latin typeface="Century Gothic"/>
              </a:rPr>
              <a:t>&amp; </a:t>
            </a:r>
            <a:r>
              <a:rPr lang="en-US" sz="5400" b="1" dirty="0">
                <a:solidFill>
                  <a:srgbClr val="2D9CDB"/>
                </a:solidFill>
                <a:latin typeface="Century Gothic"/>
              </a:rPr>
              <a:t>Research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661F7-E5E0-2A61-D85B-0AF7F530E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Many tools online</a:t>
            </a:r>
          </a:p>
          <a:p>
            <a:r>
              <a:rPr lang="en-US" sz="2400" dirty="0"/>
              <a:t>Lots of variation</a:t>
            </a:r>
          </a:p>
          <a:p>
            <a:r>
              <a:rPr lang="en-US" sz="2400" dirty="0"/>
              <a:t>Frustration in utility</a:t>
            </a: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9C9EFA5A-786F-1064-173F-935F9E22F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57" y="55734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3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52ABC-3DA4-B991-6515-E757E4E0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450FF-A7EF-5B4F-F394-8F6F6B95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 b="1" dirty="0">
                <a:solidFill>
                  <a:srgbClr val="000000"/>
                </a:solidFill>
                <a:latin typeface="Century Gothic"/>
              </a:rPr>
              <a:t>Proposed</a:t>
            </a:r>
            <a:r>
              <a:rPr lang="en-US" sz="4600" b="1" dirty="0">
                <a:latin typeface="Century Gothic"/>
              </a:rPr>
              <a:t> </a:t>
            </a:r>
            <a:r>
              <a:rPr lang="en-US" sz="4600" b="1" dirty="0">
                <a:solidFill>
                  <a:srgbClr val="2D9CDB"/>
                </a:solidFill>
                <a:latin typeface="Century Gothic"/>
              </a:rPr>
              <a:t>Solution</a:t>
            </a:r>
            <a:endParaRPr lang="en-US" sz="4600" dirty="0">
              <a:solidFill>
                <a:srgbClr val="2D9CDB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93830-0A44-138F-9327-1588464C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702531"/>
            <a:ext cx="5507777" cy="350659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An online platform for hosting online tools</a:t>
            </a:r>
            <a:endParaRPr lang="en-US" sz="2400"/>
          </a:p>
          <a:p>
            <a:r>
              <a:rPr lang="en-US" sz="2400" dirty="0"/>
              <a:t>A library of already existing ones</a:t>
            </a:r>
          </a:p>
          <a:p>
            <a:r>
              <a:rPr lang="en-US" sz="2400" dirty="0"/>
              <a:t>The ability to make and add more</a:t>
            </a:r>
          </a:p>
          <a:p>
            <a:r>
              <a:rPr lang="en-US" sz="2400" dirty="0"/>
              <a:t>A unified web-based creative platform</a:t>
            </a: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ED4252E2-0876-C586-88FF-2C0CBA8B0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306" y="550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2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17F2D-D98C-7422-4B23-FDA09476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1388D-1AAC-AB2D-19AA-D450EBF2D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Century Gothic"/>
              </a:rPr>
              <a:t>The </a:t>
            </a:r>
            <a:r>
              <a:rPr lang="en-US" sz="5400" b="1" dirty="0">
                <a:solidFill>
                  <a:srgbClr val="2D9CDB"/>
                </a:solidFill>
                <a:latin typeface="Century Gothic"/>
              </a:rPr>
              <a:t>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FF8E6-CDAE-6B45-78B0-E4C06895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ptos"/>
                <a:ea typeface="+mn-lt"/>
                <a:cs typeface="Arial"/>
              </a:rPr>
              <a:t>Collection of tools</a:t>
            </a:r>
          </a:p>
          <a:p>
            <a:r>
              <a:rPr lang="en-US" sz="2000">
                <a:cs typeface="Arial"/>
              </a:rPr>
              <a:t>Shared global js and css</a:t>
            </a:r>
          </a:p>
          <a:p>
            <a:r>
              <a:rPr lang="en-US" sz="2000">
                <a:cs typeface="Arial"/>
              </a:rPr>
              <a:t>Separate navbar.html</a:t>
            </a:r>
          </a:p>
          <a:p>
            <a:r>
              <a:rPr lang="en-US" sz="2000">
                <a:cs typeface="Arial"/>
              </a:rPr>
              <a:t>Consistent layout</a:t>
            </a:r>
          </a:p>
          <a:p>
            <a:r>
              <a:rPr lang="en-US" sz="2000">
                <a:cs typeface="Arial"/>
              </a:rPr>
              <a:t>Day/night mode</a:t>
            </a:r>
          </a:p>
          <a:p>
            <a:r>
              <a:rPr lang="en-US" sz="2000">
                <a:cs typeface="Arial"/>
              </a:rPr>
              <a:t>Ability to Expand</a:t>
            </a: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E45C8765-F570-B052-D4D3-373DC8317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489" y="57122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04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2D581-52E5-0DF2-CEBF-A7893CF1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60C17-69C9-A60F-8154-29599AF7A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US" sz="5000" b="1" dirty="0">
                <a:latin typeface="Century Gothic"/>
              </a:rPr>
              <a:t>Core </a:t>
            </a:r>
            <a:r>
              <a:rPr lang="en-US" sz="5000" b="1" dirty="0">
                <a:solidFill>
                  <a:srgbClr val="2D9CDB"/>
                </a:solidFill>
                <a:latin typeface="Century Gothic"/>
              </a:rPr>
              <a:t>Features</a:t>
            </a:r>
            <a:endParaRPr lang="en-US" dirty="0">
              <a:solidFill>
                <a:srgbClr val="2D9CDB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BBB5E-B96D-6F84-B2AD-5A34E38F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r>
              <a:rPr lang="en-US" sz="2000" dirty="0">
                <a:cs typeface="Arial"/>
              </a:rPr>
              <a:t>Shared navigation</a:t>
            </a:r>
          </a:p>
          <a:p>
            <a:r>
              <a:rPr lang="en-US" sz="2000" dirty="0">
                <a:cs typeface="Arial"/>
              </a:rPr>
              <a:t>Reusable UI components</a:t>
            </a:r>
          </a:p>
          <a:p>
            <a:r>
              <a:rPr lang="en-US" sz="2000" dirty="0">
                <a:cs typeface="Arial"/>
              </a:rPr>
              <a:t>Mobile Responsive</a:t>
            </a:r>
          </a:p>
          <a:p>
            <a:endParaRPr lang="en-US" sz="2000" dirty="0">
              <a:cs typeface="Arial"/>
            </a:endParaRP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C23E0348-0927-7E5B-64BB-82F12D721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228" y="50727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7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84CAE-B448-5BC0-87F1-C11AB89B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2E4EE-473D-3320-1C89-3206F25A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Century Gothic"/>
              </a:rPr>
              <a:t>Website 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Architecture</a:t>
            </a:r>
            <a:endParaRPr lang="en-US" sz="4800" dirty="0">
              <a:solidFill>
                <a:srgbClr val="2D9CDB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B8ECDCD9-CB19-B32C-042A-C81C4554A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80155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6" name="Picture 35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DB56D83F-9563-3799-92B8-709F4D8B2F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94572" y="55081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7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70C17-D59A-BA84-084A-C8027BAD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459F8-8DC7-3DDB-0823-BB68418C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latin typeface="Century Gothic"/>
              </a:rPr>
              <a:t>Design 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Decisions</a:t>
            </a:r>
            <a:endParaRPr lang="en-US" sz="4800" dirty="0">
              <a:solidFill>
                <a:srgbClr val="2D9CDB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D5DA-C88A-3175-EA31-2EC42872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>
                <a:latin typeface="Aptos"/>
                <a:ea typeface="+mn-lt"/>
                <a:cs typeface="Arial"/>
              </a:rPr>
              <a:t>Button standardization</a:t>
            </a:r>
          </a:p>
          <a:p>
            <a:r>
              <a:rPr lang="en-US" sz="2200">
                <a:cs typeface="Arial"/>
              </a:rPr>
              <a:t>Typography</a:t>
            </a:r>
          </a:p>
          <a:p>
            <a:r>
              <a:rPr lang="en-US" sz="2200">
                <a:cs typeface="Arial"/>
              </a:rPr>
              <a:t>Mobile compatibility</a:t>
            </a:r>
          </a:p>
        </p:txBody>
      </p:sp>
      <p:pic>
        <p:nvPicPr>
          <p:cNvPr id="5" name="Picture 4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6B88128F-B6A0-385B-1DA3-9C83F4CE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855" y="52507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4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22A7B-925D-D23C-B07A-11FE1519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C38C2-1A89-51D8-6B5E-DDB4EA56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2600" b="1" dirty="0">
                <a:latin typeface="Century Gothic"/>
              </a:rPr>
              <a:t>Implementation </a:t>
            </a:r>
            <a:r>
              <a:rPr lang="en-US" sz="2600" b="1" dirty="0">
                <a:solidFill>
                  <a:srgbClr val="2D9CDB"/>
                </a:solidFill>
                <a:latin typeface="Century Gothic"/>
              </a:rPr>
              <a:t>Steps</a:t>
            </a:r>
            <a:endParaRPr lang="en-US" sz="2600" dirty="0">
              <a:solidFill>
                <a:srgbClr val="2D9CDB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BD9CF79-6E02-E7B5-33CE-86AE99DE9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Aptos"/>
                <a:ea typeface="+mn-lt"/>
                <a:cs typeface="Arial"/>
              </a:rPr>
              <a:t>Initial tools</a:t>
            </a:r>
            <a:endParaRPr lang="en-US" sz="2400"/>
          </a:p>
          <a:p>
            <a:r>
              <a:rPr lang="en-US" sz="2400">
                <a:latin typeface="Aptos"/>
                <a:ea typeface="+mn-lt"/>
                <a:cs typeface="Arial"/>
              </a:rPr>
              <a:t>Navbar.html creation</a:t>
            </a:r>
          </a:p>
          <a:p>
            <a:r>
              <a:rPr lang="en-US" sz="2400">
                <a:latin typeface="Aptos"/>
                <a:ea typeface="+mn-lt"/>
                <a:cs typeface="Arial"/>
              </a:rPr>
              <a:t>Day/Night mode</a:t>
            </a:r>
          </a:p>
          <a:p>
            <a:r>
              <a:rPr lang="en-US" sz="2400">
                <a:latin typeface="Aptos"/>
                <a:ea typeface="+mn-lt"/>
                <a:cs typeface="Arial"/>
              </a:rPr>
              <a:t>ChatGPT</a:t>
            </a:r>
          </a:p>
        </p:txBody>
      </p: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83BAD129-674B-87F1-6A4E-28485DB4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785" y="53258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01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3799D-44F2-D631-C1C0-097DC822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6AB33354-5302-409E-90BF-4E7A98AFB5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FE0F6-E70A-AA67-2227-5CFB3935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165014"/>
            <a:ext cx="3796306" cy="4666206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Century Gothic"/>
              </a:rPr>
              <a:t>Risks &amp; </a:t>
            </a:r>
            <a:r>
              <a:rPr lang="en-US" sz="4800" b="1" dirty="0">
                <a:solidFill>
                  <a:srgbClr val="2D9CDB"/>
                </a:solidFill>
                <a:latin typeface="Century Gothic"/>
              </a:rPr>
              <a:t>Constraints</a:t>
            </a:r>
            <a:endParaRPr lang="en-US" sz="4800" dirty="0">
              <a:solidFill>
                <a:srgbClr val="2D9CDB"/>
              </a:solidFill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B5683E21-B9DC-70F2-AF71-F9380137B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0" y="1165014"/>
            <a:ext cx="5625253" cy="4666206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Aptos"/>
                <a:ea typeface="+mn-lt"/>
                <a:cs typeface="Arial"/>
              </a:rPr>
              <a:t>Time limitation</a:t>
            </a:r>
          </a:p>
          <a:p>
            <a:r>
              <a:rPr lang="en-US" sz="2000">
                <a:latin typeface="Aptos"/>
                <a:ea typeface="+mn-lt"/>
                <a:cs typeface="Arial"/>
              </a:rPr>
              <a:t>Solo development</a:t>
            </a:r>
          </a:p>
          <a:p>
            <a:r>
              <a:rPr lang="en-US" sz="2000">
                <a:latin typeface="Aptos"/>
                <a:ea typeface="+mn-lt"/>
                <a:cs typeface="Arial"/>
              </a:rPr>
              <a:t>Knowledge limitation</a:t>
            </a:r>
          </a:p>
          <a:p>
            <a:r>
              <a:rPr lang="en-US" sz="2000">
                <a:latin typeface="Aptos"/>
                <a:ea typeface="+mn-lt"/>
                <a:cs typeface="Arial"/>
              </a:rPr>
              <a:t>JS</a:t>
            </a:r>
          </a:p>
          <a:p>
            <a:r>
              <a:rPr lang="en-US" sz="2000">
                <a:latin typeface="Aptos"/>
                <a:ea typeface="+mn-lt"/>
                <a:cs typeface="Arial"/>
              </a:rPr>
              <a:t>ChatGPT</a:t>
            </a:r>
          </a:p>
        </p:txBody>
      </p: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8199BD13-844C-770D-F006-EA483110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461" y="52936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05E09-6914-2B32-8255-3C2B4079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F19CE-227F-C3BD-1142-D3938B6F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8945450" cy="1153130"/>
          </a:xfrm>
        </p:spPr>
        <p:txBody>
          <a:bodyPr>
            <a:normAutofit/>
          </a:bodyPr>
          <a:lstStyle/>
          <a:p>
            <a:r>
              <a:rPr lang="en-US" b="1" dirty="0">
                <a:latin typeface="Century Gothic"/>
              </a:rPr>
              <a:t>Evaluating </a:t>
            </a:r>
            <a:r>
              <a:rPr lang="en-US" b="1" dirty="0">
                <a:solidFill>
                  <a:srgbClr val="2D9CDB"/>
                </a:solidFill>
                <a:latin typeface="Century Gothic"/>
              </a:rPr>
              <a:t>Purpose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BCA622F0-F06A-B3B5-13AD-3B010ACFE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89" y="838199"/>
            <a:ext cx="10451750" cy="5338763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Aptos"/>
                <a:ea typeface="+mn-lt"/>
                <a:cs typeface="Arial"/>
              </a:rPr>
              <a:t>Is it intuitive</a:t>
            </a:r>
          </a:p>
          <a:p>
            <a:r>
              <a:rPr lang="en-US" sz="2000" dirty="0">
                <a:cs typeface="Arial"/>
              </a:rPr>
              <a:t>Is navigation consistent</a:t>
            </a:r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5EA408D8-B610-251D-ACCD-F0C02F085AF7}"/>
              </a:ext>
            </a:extLst>
          </p:cNvPr>
          <p:cNvSpPr/>
          <p:nvPr/>
        </p:nvSpPr>
        <p:spPr>
          <a:xfrm rot="10800000">
            <a:off x="10393415" y="-2474"/>
            <a:ext cx="1798071" cy="2546735"/>
          </a:xfrm>
          <a:prstGeom prst="corner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493B56A8-1FB5-2E77-867E-FF5D4C8CD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65" y="57229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80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6E029-502E-A75B-EE54-80415B64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125BA-C44F-1E46-6601-C845BACC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Gothic"/>
              </a:rPr>
              <a:t>Evaluating</a:t>
            </a:r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 Usability</a:t>
            </a:r>
          </a:p>
        </p:txBody>
      </p:sp>
      <p:sp>
        <p:nvSpPr>
          <p:cNvPr id="98" name="Arc 97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A6F50495-865B-F353-8BC1-7C2FF0F66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>
                <a:latin typeface="Aptos"/>
                <a:ea typeface="+mn-lt"/>
                <a:cs typeface="Arial"/>
              </a:rPr>
              <a:t>Informal testing</a:t>
            </a:r>
          </a:p>
          <a:p>
            <a:r>
              <a:rPr lang="en-US">
                <a:cs typeface="Arial"/>
              </a:rPr>
              <a:t>Accessibility</a:t>
            </a:r>
          </a:p>
          <a:p>
            <a:r>
              <a:rPr lang="en-US">
                <a:cs typeface="Arial"/>
              </a:rPr>
              <a:t>Mobile responsiveness</a:t>
            </a:r>
          </a:p>
        </p:txBody>
      </p:sp>
      <p:pic>
        <p:nvPicPr>
          <p:cNvPr id="7" name="Picture 6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6B3D06BA-BEB1-A309-71F1-3E48CDB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65" y="57229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0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78EEB-D958-878D-1A88-5BE79150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" name="Freeform: Shape 104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7" name="Freeform: Shape 106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3DCC8-E575-BBFD-FC6A-DCD7FE1C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Gothic"/>
              </a:rPr>
              <a:t>Success </a:t>
            </a:r>
            <a:r>
              <a:rPr lang="en-US" sz="4000" b="1" dirty="0">
                <a:solidFill>
                  <a:srgbClr val="2D9CDB"/>
                </a:solidFill>
                <a:latin typeface="Century Gothic"/>
              </a:rPr>
              <a:t>Criteria</a:t>
            </a:r>
            <a:endParaRPr lang="en-US" sz="4000" dirty="0">
              <a:solidFill>
                <a:srgbClr val="2D9CDB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0E68452D-FE66-1D0E-3086-743E357DF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Aptos"/>
                <a:ea typeface="+mn-lt"/>
                <a:cs typeface="Arial"/>
              </a:rPr>
              <a:t>Ease</a:t>
            </a:r>
            <a:r>
              <a:rPr lang="en-US" sz="2000">
                <a:cs typeface="Arial"/>
              </a:rPr>
              <a:t> of use</a:t>
            </a:r>
          </a:p>
          <a:p>
            <a:r>
              <a:rPr lang="en-US" sz="2000" dirty="0">
                <a:cs typeface="Arial"/>
              </a:rPr>
              <a:t>Expandability</a:t>
            </a:r>
          </a:p>
          <a:p>
            <a:r>
              <a:rPr lang="en-US" sz="2000">
                <a:cs typeface="Arial"/>
              </a:rPr>
              <a:t>Maintainability</a:t>
            </a:r>
          </a:p>
          <a:p>
            <a:endParaRPr lang="en-US" sz="2000">
              <a:cs typeface="Arial"/>
            </a:endParaRPr>
          </a:p>
        </p:txBody>
      </p: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F8055C08-4A6B-4553-AA5F-5D738534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165" y="57229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9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80EC2-B94A-9AD1-38D7-64EB94AA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Right Triangle 11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19F9C-671B-8216-1305-4380C001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415" y="1443390"/>
            <a:ext cx="3397004" cy="3470274"/>
          </a:xfrm>
        </p:spPr>
        <p:txBody>
          <a:bodyPr>
            <a:normAutofit/>
          </a:bodyPr>
          <a:lstStyle/>
          <a:p>
            <a:r>
              <a:rPr lang="en-US" sz="6000" b="1" dirty="0">
                <a:latin typeface="Century Gothic"/>
              </a:rPr>
              <a:t>Results &amp;</a:t>
            </a:r>
            <a:br>
              <a:rPr lang="en-US" sz="6000" b="1" dirty="0">
                <a:latin typeface="Century Gothic"/>
              </a:rPr>
            </a:br>
            <a:r>
              <a:rPr lang="en-US" sz="6000" b="1" dirty="0">
                <a:solidFill>
                  <a:srgbClr val="2D9CDB"/>
                </a:solidFill>
                <a:latin typeface="Century Gothic"/>
              </a:rPr>
              <a:t>Impact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9321CF2A-E815-C529-A326-D3512F5C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266614"/>
            <a:ext cx="5769224" cy="375943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Aptos"/>
                <a:ea typeface="+mn-lt"/>
                <a:cs typeface="Arial"/>
              </a:rPr>
              <a:t>What worked</a:t>
            </a:r>
          </a:p>
          <a:p>
            <a:r>
              <a:rPr lang="en-US" sz="2400">
                <a:latin typeface="Aptos"/>
                <a:ea typeface="+mn-lt"/>
                <a:cs typeface="Arial"/>
              </a:rPr>
              <a:t>What surprised me</a:t>
            </a:r>
          </a:p>
          <a:p>
            <a:r>
              <a:rPr lang="en-US" sz="2400">
                <a:latin typeface="Aptos"/>
                <a:ea typeface="+mn-lt"/>
                <a:cs typeface="Arial"/>
              </a:rPr>
              <a:t>What does the platform demonstrate</a:t>
            </a:r>
          </a:p>
        </p:txBody>
      </p: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2784D1B6-C4EC-3EB8-E408-B3AD4BE2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708" y="52331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4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314B3-F005-2D1E-AB6D-BB613AB5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E86F2-536D-1791-3CA0-F3B6EF17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 b="1" dirty="0">
                <a:latin typeface="Century Gothic"/>
              </a:rPr>
              <a:t>Lessons</a:t>
            </a:r>
            <a:br>
              <a:rPr lang="en-US" sz="5200" b="1" dirty="0">
                <a:latin typeface="Century Gothic"/>
              </a:rPr>
            </a:br>
            <a:r>
              <a:rPr lang="en-US" sz="5200" b="1" dirty="0">
                <a:solidFill>
                  <a:srgbClr val="2D9CDB"/>
                </a:solidFill>
                <a:latin typeface="Century Gothic"/>
              </a:rPr>
              <a:t>Learned</a:t>
            </a:r>
            <a:endParaRPr lang="en-US" sz="5200" dirty="0">
              <a:solidFill>
                <a:srgbClr val="2D9CDB"/>
              </a:solidFill>
            </a:endParaRP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4F15DF14-AE5B-8A2A-1725-36EB368C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Aptos"/>
                <a:ea typeface="+mn-lt"/>
                <a:cs typeface="Arial"/>
              </a:rPr>
              <a:t>Website architecture</a:t>
            </a:r>
          </a:p>
          <a:p>
            <a:r>
              <a:rPr lang="en-US" sz="2000">
                <a:cs typeface="Arial"/>
              </a:rPr>
              <a:t>Scope management</a:t>
            </a:r>
          </a:p>
          <a:p>
            <a:r>
              <a:rPr lang="en-US" sz="2000">
                <a:cs typeface="Arial"/>
              </a:rPr>
              <a:t>UX thinking</a:t>
            </a:r>
          </a:p>
        </p:txBody>
      </p:sp>
      <p:pic>
        <p:nvPicPr>
          <p:cNvPr id="4" name="Picture 3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8E94EBED-F331-BDBB-F601-984A6577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479" y="53310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97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1B23C-5745-AC8F-AAC3-0B44A9D1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3B0DC-626B-F3F8-78FC-41D79DE3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>
            <a:normAutofit/>
          </a:bodyPr>
          <a:lstStyle/>
          <a:p>
            <a:r>
              <a:rPr lang="en-US" b="1" dirty="0">
                <a:latin typeface="Century Gothic"/>
              </a:rPr>
              <a:t>Future Work &amp; </a:t>
            </a:r>
            <a:r>
              <a:rPr lang="en-US" b="1" dirty="0">
                <a:solidFill>
                  <a:srgbClr val="2D9CDB"/>
                </a:solidFill>
                <a:latin typeface="Century Gothic"/>
              </a:rPr>
              <a:t>Ambition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ECF6E856-4A92-2A91-48A7-38F25C8B6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8022" y="713313"/>
            <a:ext cx="38157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Aptos"/>
                <a:ea typeface="+mn-lt"/>
                <a:cs typeface="Arial"/>
              </a:rPr>
              <a:t>More tools</a:t>
            </a:r>
          </a:p>
          <a:p>
            <a:r>
              <a:rPr lang="en-US" sz="2000">
                <a:cs typeface="Arial"/>
              </a:rPr>
              <a:t>Better searchability</a:t>
            </a:r>
          </a:p>
          <a:p>
            <a:r>
              <a:rPr lang="en-US" sz="2000">
                <a:cs typeface="Arial"/>
              </a:rPr>
              <a:t>User accounts</a:t>
            </a:r>
          </a:p>
          <a:p>
            <a:r>
              <a:rPr lang="en-US" sz="2000">
                <a:cs typeface="Arial"/>
              </a:rPr>
              <a:t>Other avenues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98F0F6-CB0C-9A51-9467-219064090E0A}"/>
              </a:ext>
            </a:extLst>
          </p:cNvPr>
          <p:cNvSpPr/>
          <p:nvPr/>
        </p:nvSpPr>
        <p:spPr>
          <a:xfrm>
            <a:off x="11283043" y="2721"/>
            <a:ext cx="914400" cy="914400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57ABE2-99E2-EEA8-F28A-8C36684E173E}"/>
              </a:ext>
            </a:extLst>
          </p:cNvPr>
          <p:cNvSpPr/>
          <p:nvPr/>
        </p:nvSpPr>
        <p:spPr>
          <a:xfrm>
            <a:off x="-5443" y="6315361"/>
            <a:ext cx="12183414" cy="538767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768B2274-7930-16F1-1313-7DB2C429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336" y="52222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48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37B70-6A83-C877-C371-41399207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770AD21E-406B-4FF4-DAFC-66CF6F002E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73CFC71C-7778-7CE9-8790-2A5355D8A1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A13A9-6D7D-53A8-5A34-270AB580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>
            <a:normAutofit/>
          </a:bodyPr>
          <a:lstStyle/>
          <a:p>
            <a:r>
              <a:rPr lang="en-US" b="1" dirty="0">
                <a:latin typeface="Century Gothic"/>
              </a:rPr>
              <a:t>Self-</a:t>
            </a:r>
            <a:r>
              <a:rPr lang="en-US" b="1" dirty="0">
                <a:solidFill>
                  <a:srgbClr val="2D9CDB"/>
                </a:solidFill>
                <a:latin typeface="Century Gothic"/>
              </a:rPr>
              <a:t>Evaluation</a:t>
            </a:r>
            <a:endParaRPr lang="en-US">
              <a:solidFill>
                <a:srgbClr val="2D9CDB"/>
              </a:solidFill>
            </a:endParaRPr>
          </a:p>
        </p:txBody>
      </p:sp>
      <p:graphicFrame>
        <p:nvGraphicFramePr>
          <p:cNvPr id="157" name="Content Placeholder 2">
            <a:extLst>
              <a:ext uri="{FF2B5EF4-FFF2-40B4-BE49-F238E27FC236}">
                <a16:creationId xmlns:a16="http://schemas.microsoft.com/office/drawing/2014/main" id="{19076906-EE2E-FCF4-D05C-A1F1E91AED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99375" y="713313"/>
          <a:ext cx="549003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7E0E2B5-4C21-355F-3F04-D1A531E98B3C}"/>
              </a:ext>
            </a:extLst>
          </p:cNvPr>
          <p:cNvSpPr/>
          <p:nvPr/>
        </p:nvSpPr>
        <p:spPr>
          <a:xfrm>
            <a:off x="-5443" y="2721"/>
            <a:ext cx="914400" cy="914400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white object with a shadow&#10;&#10;AI-generated content may be incorrect.">
            <a:extLst>
              <a:ext uri="{FF2B5EF4-FFF2-40B4-BE49-F238E27FC236}">
                <a16:creationId xmlns:a16="http://schemas.microsoft.com/office/drawing/2014/main" id="{57E40EFA-77B1-D1BD-D7FD-ADEA26CFD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4165" y="57229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5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0F1C2-66AE-A364-C39F-BCBB8158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32" name="Content Placeholder 31" descr="A close up of a logo&#10;&#10;AI-generated content may be incorrect.">
            <a:extLst>
              <a:ext uri="{FF2B5EF4-FFF2-40B4-BE49-F238E27FC236}">
                <a16:creationId xmlns:a16="http://schemas.microsoft.com/office/drawing/2014/main" id="{638B8443-D8C0-24DD-CF14-396541779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031" r="-2792" b="901"/>
          <a:stretch>
            <a:fillRect/>
          </a:stretch>
        </p:blipFill>
        <p:spPr>
          <a:xfrm>
            <a:off x="7445959" y="5148143"/>
            <a:ext cx="4491390" cy="118892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7696F33-B3B4-15BB-9CF9-369207195987}"/>
              </a:ext>
            </a:extLst>
          </p:cNvPr>
          <p:cNvSpPr/>
          <p:nvPr/>
        </p:nvSpPr>
        <p:spPr>
          <a:xfrm>
            <a:off x="5442" y="-2722"/>
            <a:ext cx="12192000" cy="4572000"/>
          </a:xfrm>
          <a:prstGeom prst="rect">
            <a:avLst/>
          </a:prstGeom>
          <a:solidFill>
            <a:srgbClr val="2D9C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9D887-641C-9AA6-ADC0-6BE0EB7A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76" y="569091"/>
            <a:ext cx="8017652" cy="26904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  <a:endParaRPr lang="en-US" sz="5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898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</TotalTime>
  <Words>263</Words>
  <Application>Microsoft Office PowerPoint</Application>
  <PresentationFormat>Widescreen</PresentationFormat>
  <Paragraphs>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Century Gothic</vt:lpstr>
      <vt:lpstr>office theme</vt:lpstr>
      <vt:lpstr>Walter Creations –  Business Card Maker</vt:lpstr>
      <vt:lpstr>Problem Description</vt:lpstr>
      <vt:lpstr>Why it Matters </vt:lpstr>
      <vt:lpstr>Existing Solutions</vt:lpstr>
      <vt:lpstr>Realizing the Need</vt:lpstr>
      <vt:lpstr>Discovery &amp; Research</vt:lpstr>
      <vt:lpstr>Proposed Solution</vt:lpstr>
      <vt:lpstr>The Foundation</vt:lpstr>
      <vt:lpstr>Core Features</vt:lpstr>
      <vt:lpstr>Website Architecture</vt:lpstr>
      <vt:lpstr>Design Decisions</vt:lpstr>
      <vt:lpstr>Implementation Steps</vt:lpstr>
      <vt:lpstr>Risks &amp; Constraints</vt:lpstr>
      <vt:lpstr>Evaluating Purpose</vt:lpstr>
      <vt:lpstr>Evaluating Usability</vt:lpstr>
      <vt:lpstr>Success Criteria</vt:lpstr>
      <vt:lpstr>Results &amp; Impact</vt:lpstr>
      <vt:lpstr>Lessons Learned</vt:lpstr>
      <vt:lpstr>Future Work &amp; Ambition</vt:lpstr>
      <vt:lpstr>Self-Evaluation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Walter Creations –  Business Card Maker</dc:title>
  <dc:creator/>
  <cp:lastModifiedBy>Harvey Walter</cp:lastModifiedBy>
  <cp:revision>437</cp:revision>
  <dcterms:created xsi:type="dcterms:W3CDTF">2025-12-16T04:39:19Z</dcterms:created>
  <dcterms:modified xsi:type="dcterms:W3CDTF">2026-04-28T02:35:08Z</dcterms:modified>
</cp:coreProperties>
</file>